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43"/>
  </p:notesMasterIdLst>
  <p:handoutMasterIdLst>
    <p:handoutMasterId r:id="rId44"/>
  </p:handoutMasterIdLst>
  <p:sldIdLst>
    <p:sldId id="257" r:id="rId2"/>
    <p:sldId id="259" r:id="rId3"/>
    <p:sldId id="274" r:id="rId4"/>
    <p:sldId id="340" r:id="rId5"/>
    <p:sldId id="350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43" r:id="rId14"/>
    <p:sldId id="344" r:id="rId15"/>
    <p:sldId id="341" r:id="rId16"/>
    <p:sldId id="345" r:id="rId17"/>
    <p:sldId id="346" r:id="rId18"/>
    <p:sldId id="347" r:id="rId19"/>
    <p:sldId id="348" r:id="rId20"/>
    <p:sldId id="349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7" r:id="rId39"/>
    <p:sldId id="376" r:id="rId40"/>
    <p:sldId id="378" r:id="rId41"/>
    <p:sldId id="272" r:id="rId4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1095" autoAdjust="0"/>
  </p:normalViewPr>
  <p:slideViewPr>
    <p:cSldViewPr showGuides="1">
      <p:cViewPr>
        <p:scale>
          <a:sx n="70" d="100"/>
          <a:sy n="70" d="100"/>
        </p:scale>
        <p:origin x="732" y="-126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121C1D-6D17-4E58-B81F-70A71B63672C}" type="doc">
      <dgm:prSet loTypeId="urn:microsoft.com/office/officeart/2005/8/layout/orgChart1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938881-3FA2-45E2-934C-4AF7B9F81A21}">
      <dgm:prSet phldrT="[Text]" custT="1"/>
      <dgm:spPr/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Text Similarity</a:t>
          </a:r>
        </a:p>
      </dgm:t>
    </dgm:pt>
    <dgm:pt modelId="{AAD3E702-7BFD-407E-86E3-28DF3C8DDCC9}" type="parTrans" cxnId="{93A36704-4FE9-4456-BC84-161D75622805}">
      <dgm:prSet/>
      <dgm:spPr/>
      <dgm:t>
        <a:bodyPr/>
        <a:lstStyle/>
        <a:p>
          <a:endParaRPr lang="en-US" sz="2000" b="1"/>
        </a:p>
      </dgm:t>
    </dgm:pt>
    <dgm:pt modelId="{EBE0C165-B10A-4F8C-AA6A-5EC8E65B2B22}" type="sibTrans" cxnId="{93A36704-4FE9-4456-BC84-161D75622805}">
      <dgm:prSet/>
      <dgm:spPr/>
      <dgm:t>
        <a:bodyPr/>
        <a:lstStyle/>
        <a:p>
          <a:endParaRPr lang="en-US" sz="2000" b="1"/>
        </a:p>
      </dgm:t>
    </dgm:pt>
    <dgm:pt modelId="{7B9D19C3-4E28-42F4-9051-1B24E7BE1E4A}">
      <dgm:prSet phldrT="[Text]" custT="1"/>
      <dgm:spPr/>
      <dgm:t>
        <a:bodyPr/>
        <a:lstStyle/>
        <a:p>
          <a:r>
            <a:rPr lang="en-US" sz="2000" b="1" dirty="0">
              <a:solidFill>
                <a:srgbClr val="002060"/>
              </a:solidFill>
            </a:rPr>
            <a:t>String-Based</a:t>
          </a:r>
        </a:p>
      </dgm:t>
    </dgm:pt>
    <dgm:pt modelId="{FC32EEA0-7CC1-44A6-B3E6-6DF2DC503FBC}" type="parTrans" cxnId="{0FF96E1D-136D-4CBF-A647-7C2E38D8AD03}">
      <dgm:prSet/>
      <dgm:spPr/>
      <dgm:t>
        <a:bodyPr/>
        <a:lstStyle/>
        <a:p>
          <a:endParaRPr lang="en-US" sz="2000" b="1"/>
        </a:p>
      </dgm:t>
    </dgm:pt>
    <dgm:pt modelId="{4A42A983-DC43-475B-9F19-C75C4E5E3D9B}" type="sibTrans" cxnId="{0FF96E1D-136D-4CBF-A647-7C2E38D8AD03}">
      <dgm:prSet/>
      <dgm:spPr/>
      <dgm:t>
        <a:bodyPr/>
        <a:lstStyle/>
        <a:p>
          <a:endParaRPr lang="en-US" sz="2000" b="1"/>
        </a:p>
      </dgm:t>
    </dgm:pt>
    <dgm:pt modelId="{52AF4EF5-F0DD-4485-96CF-196BAD130CB2}">
      <dgm:prSet phldrT="[Text]" custT="1"/>
      <dgm:spPr/>
      <dgm:t>
        <a:bodyPr/>
        <a:lstStyle/>
        <a:p>
          <a:r>
            <a:rPr lang="en-US" sz="2000" b="1" dirty="0">
              <a:solidFill>
                <a:srgbClr val="002060"/>
              </a:solidFill>
            </a:rPr>
            <a:t>Semantic-Based</a:t>
          </a:r>
        </a:p>
      </dgm:t>
    </dgm:pt>
    <dgm:pt modelId="{34C2D837-3C3C-4DA6-AF8B-D14C8A02836D}" type="parTrans" cxnId="{E20382E5-20A8-4C7B-BAD2-D8EA8731CE27}">
      <dgm:prSet/>
      <dgm:spPr/>
      <dgm:t>
        <a:bodyPr/>
        <a:lstStyle/>
        <a:p>
          <a:endParaRPr lang="en-US" sz="2000" b="1"/>
        </a:p>
      </dgm:t>
    </dgm:pt>
    <dgm:pt modelId="{7F3A6839-D47D-47A5-8A86-DA43E02D8D96}" type="sibTrans" cxnId="{E20382E5-20A8-4C7B-BAD2-D8EA8731CE27}">
      <dgm:prSet/>
      <dgm:spPr/>
      <dgm:t>
        <a:bodyPr/>
        <a:lstStyle/>
        <a:p>
          <a:endParaRPr lang="en-US" sz="2000" b="1"/>
        </a:p>
      </dgm:t>
    </dgm:pt>
    <dgm:pt modelId="{39592A89-DCBB-4D07-B58E-F718714E400B}">
      <dgm:prSet custT="1"/>
      <dgm:spPr/>
      <dgm:t>
        <a:bodyPr/>
        <a:lstStyle/>
        <a:p>
          <a:r>
            <a:rPr lang="en-US" sz="2000" b="1" dirty="0"/>
            <a:t>Corpus-Based</a:t>
          </a:r>
        </a:p>
      </dgm:t>
    </dgm:pt>
    <dgm:pt modelId="{F0A74454-A4C6-4EF9-BA43-BFB800B25FAF}" type="parTrans" cxnId="{630522BB-D79A-40DC-BF64-1880152BB52E}">
      <dgm:prSet/>
      <dgm:spPr/>
      <dgm:t>
        <a:bodyPr/>
        <a:lstStyle/>
        <a:p>
          <a:endParaRPr lang="en-US" sz="2000" b="1"/>
        </a:p>
      </dgm:t>
    </dgm:pt>
    <dgm:pt modelId="{FBF45C17-6A2C-4B33-B726-6429630EE5C3}" type="sibTrans" cxnId="{630522BB-D79A-40DC-BF64-1880152BB52E}">
      <dgm:prSet/>
      <dgm:spPr/>
      <dgm:t>
        <a:bodyPr/>
        <a:lstStyle/>
        <a:p>
          <a:endParaRPr lang="en-US" sz="2000" b="1"/>
        </a:p>
      </dgm:t>
    </dgm:pt>
    <dgm:pt modelId="{FF3BBCF9-A503-46C3-9324-FB196BB4E3E0}">
      <dgm:prSet custT="1"/>
      <dgm:spPr/>
      <dgm:t>
        <a:bodyPr/>
        <a:lstStyle/>
        <a:p>
          <a:r>
            <a:rPr lang="en-US" sz="2000" b="1" dirty="0"/>
            <a:t>Knowledge-Based</a:t>
          </a:r>
        </a:p>
      </dgm:t>
    </dgm:pt>
    <dgm:pt modelId="{37467C24-3C5E-436B-8FF8-4A70F2EA3433}" type="parTrans" cxnId="{B26C111F-4CD9-4B29-8B1C-44267B7C87E6}">
      <dgm:prSet/>
      <dgm:spPr/>
      <dgm:t>
        <a:bodyPr/>
        <a:lstStyle/>
        <a:p>
          <a:endParaRPr lang="en-US" sz="2000" b="1"/>
        </a:p>
      </dgm:t>
    </dgm:pt>
    <dgm:pt modelId="{96A90FF4-0AE2-48BB-AA66-00AA2FB7CD9E}" type="sibTrans" cxnId="{B26C111F-4CD9-4B29-8B1C-44267B7C87E6}">
      <dgm:prSet/>
      <dgm:spPr/>
      <dgm:t>
        <a:bodyPr/>
        <a:lstStyle/>
        <a:p>
          <a:endParaRPr lang="en-US" sz="2000" b="1"/>
        </a:p>
      </dgm:t>
    </dgm:pt>
    <dgm:pt modelId="{AC47F13C-5F00-4BE8-9871-E93F0F0CDEF6}">
      <dgm:prSet custT="1"/>
      <dgm:spPr/>
      <dgm:t>
        <a:bodyPr/>
        <a:lstStyle/>
        <a:p>
          <a:r>
            <a:rPr lang="en-US" sz="2000" b="1" dirty="0"/>
            <a:t>Embedding-Based</a:t>
          </a:r>
        </a:p>
      </dgm:t>
    </dgm:pt>
    <dgm:pt modelId="{D0725DFB-5442-4F7E-9B64-F3C89C6AA8AF}" type="parTrans" cxnId="{A8A00937-2BF9-4FA7-855A-90B50B274BB9}">
      <dgm:prSet/>
      <dgm:spPr/>
      <dgm:t>
        <a:bodyPr/>
        <a:lstStyle/>
        <a:p>
          <a:endParaRPr lang="en-US" sz="2000" b="1"/>
        </a:p>
      </dgm:t>
    </dgm:pt>
    <dgm:pt modelId="{CDF8E231-FB10-4E28-89C2-910D05A39EB0}" type="sibTrans" cxnId="{A8A00937-2BF9-4FA7-855A-90B50B274BB9}">
      <dgm:prSet/>
      <dgm:spPr/>
      <dgm:t>
        <a:bodyPr/>
        <a:lstStyle/>
        <a:p>
          <a:endParaRPr lang="en-US" sz="2000" b="1"/>
        </a:p>
      </dgm:t>
    </dgm:pt>
    <dgm:pt modelId="{ECFE6CF4-E6D8-4534-BB7B-D6CF1C12F089}">
      <dgm:prSet custT="1"/>
      <dgm:spPr/>
      <dgm:t>
        <a:bodyPr/>
        <a:lstStyle/>
        <a:p>
          <a:r>
            <a:rPr lang="en-US" sz="2000" b="1" dirty="0"/>
            <a:t>Character-Based</a:t>
          </a:r>
        </a:p>
      </dgm:t>
    </dgm:pt>
    <dgm:pt modelId="{BFD0E24F-7E71-4155-82B1-5549B60765D6}" type="parTrans" cxnId="{BFB88EF7-3EF5-416A-AD1F-C1B0AB42E467}">
      <dgm:prSet/>
      <dgm:spPr/>
      <dgm:t>
        <a:bodyPr/>
        <a:lstStyle/>
        <a:p>
          <a:endParaRPr lang="en-US" sz="2000"/>
        </a:p>
      </dgm:t>
    </dgm:pt>
    <dgm:pt modelId="{DCB25477-043C-4E7B-884A-5F62C229E6F3}" type="sibTrans" cxnId="{BFB88EF7-3EF5-416A-AD1F-C1B0AB42E467}">
      <dgm:prSet/>
      <dgm:spPr/>
      <dgm:t>
        <a:bodyPr/>
        <a:lstStyle/>
        <a:p>
          <a:endParaRPr lang="en-US" sz="2000"/>
        </a:p>
      </dgm:t>
    </dgm:pt>
    <dgm:pt modelId="{5D1BF39E-F45A-406A-A6F1-B2354CA10044}">
      <dgm:prSet custT="1"/>
      <dgm:spPr/>
      <dgm:t>
        <a:bodyPr/>
        <a:lstStyle/>
        <a:p>
          <a:r>
            <a:rPr lang="en-US" sz="2000" b="1" dirty="0"/>
            <a:t>Term-Based</a:t>
          </a:r>
        </a:p>
      </dgm:t>
    </dgm:pt>
    <dgm:pt modelId="{70563BD4-EF9D-4FA0-8FA6-56B76D07E0B7}" type="parTrans" cxnId="{0DDC29DF-8BBB-4791-89E9-DDEC4EDDCF2D}">
      <dgm:prSet/>
      <dgm:spPr/>
      <dgm:t>
        <a:bodyPr/>
        <a:lstStyle/>
        <a:p>
          <a:endParaRPr lang="en-US" sz="2000"/>
        </a:p>
      </dgm:t>
    </dgm:pt>
    <dgm:pt modelId="{4818CE4D-FFA4-4AD6-8D90-5ADDEDF19D79}" type="sibTrans" cxnId="{0DDC29DF-8BBB-4791-89E9-DDEC4EDDCF2D}">
      <dgm:prSet/>
      <dgm:spPr/>
      <dgm:t>
        <a:bodyPr/>
        <a:lstStyle/>
        <a:p>
          <a:endParaRPr lang="en-US" sz="2000"/>
        </a:p>
      </dgm:t>
    </dgm:pt>
    <dgm:pt modelId="{CBE813CB-038E-4AD9-8C23-2F7BE2F8BB25}" type="pres">
      <dgm:prSet presAssocID="{09121C1D-6D17-4E58-B81F-70A71B636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475438C-BAC6-4CCC-BBBB-D8A7E3C18DB2}" type="pres">
      <dgm:prSet presAssocID="{1E938881-3FA2-45E2-934C-4AF7B9F81A21}" presName="hierRoot1" presStyleCnt="0">
        <dgm:presLayoutVars>
          <dgm:hierBranch val="init"/>
        </dgm:presLayoutVars>
      </dgm:prSet>
      <dgm:spPr/>
    </dgm:pt>
    <dgm:pt modelId="{E2C6B816-600B-4B24-B62B-AD6F6D1AE159}" type="pres">
      <dgm:prSet presAssocID="{1E938881-3FA2-45E2-934C-4AF7B9F81A21}" presName="rootComposite1" presStyleCnt="0"/>
      <dgm:spPr/>
    </dgm:pt>
    <dgm:pt modelId="{02A95F69-CD6F-4CA4-B582-4928D724A4A6}" type="pres">
      <dgm:prSet presAssocID="{1E938881-3FA2-45E2-934C-4AF7B9F81A21}" presName="rootText1" presStyleLbl="node0" presStyleIdx="0" presStyleCnt="1" custScaleX="246359">
        <dgm:presLayoutVars>
          <dgm:chPref val="3"/>
        </dgm:presLayoutVars>
      </dgm:prSet>
      <dgm:spPr/>
    </dgm:pt>
    <dgm:pt modelId="{3A176D03-6E73-4F9A-B085-8C6596BB0712}" type="pres">
      <dgm:prSet presAssocID="{1E938881-3FA2-45E2-934C-4AF7B9F81A21}" presName="rootConnector1" presStyleLbl="node1" presStyleIdx="0" presStyleCnt="0"/>
      <dgm:spPr/>
    </dgm:pt>
    <dgm:pt modelId="{F4E8EB0E-B697-4CE0-A80C-C5C77519C95F}" type="pres">
      <dgm:prSet presAssocID="{1E938881-3FA2-45E2-934C-4AF7B9F81A21}" presName="hierChild2" presStyleCnt="0"/>
      <dgm:spPr/>
    </dgm:pt>
    <dgm:pt modelId="{E5333151-DDFC-4635-8732-AA539D93A1DC}" type="pres">
      <dgm:prSet presAssocID="{FC32EEA0-7CC1-44A6-B3E6-6DF2DC503FBC}" presName="Name37" presStyleLbl="parChTrans1D2" presStyleIdx="0" presStyleCnt="2"/>
      <dgm:spPr/>
    </dgm:pt>
    <dgm:pt modelId="{019A686B-6274-4411-8621-85FA34D54DE8}" type="pres">
      <dgm:prSet presAssocID="{7B9D19C3-4E28-42F4-9051-1B24E7BE1E4A}" presName="hierRoot2" presStyleCnt="0">
        <dgm:presLayoutVars>
          <dgm:hierBranch val="init"/>
        </dgm:presLayoutVars>
      </dgm:prSet>
      <dgm:spPr/>
    </dgm:pt>
    <dgm:pt modelId="{3EAD3CEE-94C7-47A0-9E80-6C091065B0BD}" type="pres">
      <dgm:prSet presAssocID="{7B9D19C3-4E28-42F4-9051-1B24E7BE1E4A}" presName="rootComposite" presStyleCnt="0"/>
      <dgm:spPr/>
    </dgm:pt>
    <dgm:pt modelId="{89F4D262-EA15-4B3F-B237-9483D0FC0FF4}" type="pres">
      <dgm:prSet presAssocID="{7B9D19C3-4E28-42F4-9051-1B24E7BE1E4A}" presName="rootText" presStyleLbl="node2" presStyleIdx="0" presStyleCnt="2" custScaleX="240457" custScaleY="79398">
        <dgm:presLayoutVars>
          <dgm:chPref val="3"/>
        </dgm:presLayoutVars>
      </dgm:prSet>
      <dgm:spPr/>
    </dgm:pt>
    <dgm:pt modelId="{2E715CDA-9079-4630-8C73-FCC8EED4992C}" type="pres">
      <dgm:prSet presAssocID="{7B9D19C3-4E28-42F4-9051-1B24E7BE1E4A}" presName="rootConnector" presStyleLbl="node2" presStyleIdx="0" presStyleCnt="2"/>
      <dgm:spPr/>
    </dgm:pt>
    <dgm:pt modelId="{5E6E9C82-05CD-4DFD-B236-5921FF4BD718}" type="pres">
      <dgm:prSet presAssocID="{7B9D19C3-4E28-42F4-9051-1B24E7BE1E4A}" presName="hierChild4" presStyleCnt="0"/>
      <dgm:spPr/>
    </dgm:pt>
    <dgm:pt modelId="{1D5DDD7D-6291-431F-970E-959495458C45}" type="pres">
      <dgm:prSet presAssocID="{BFD0E24F-7E71-4155-82B1-5549B60765D6}" presName="Name37" presStyleLbl="parChTrans1D3" presStyleIdx="0" presStyleCnt="5"/>
      <dgm:spPr/>
    </dgm:pt>
    <dgm:pt modelId="{82DA6F4C-0C03-4493-A207-7E3BDF788E1D}" type="pres">
      <dgm:prSet presAssocID="{ECFE6CF4-E6D8-4534-BB7B-D6CF1C12F089}" presName="hierRoot2" presStyleCnt="0">
        <dgm:presLayoutVars>
          <dgm:hierBranch val="init"/>
        </dgm:presLayoutVars>
      </dgm:prSet>
      <dgm:spPr/>
    </dgm:pt>
    <dgm:pt modelId="{22543724-4C54-41DA-9880-A8469E54F4CE}" type="pres">
      <dgm:prSet presAssocID="{ECFE6CF4-E6D8-4534-BB7B-D6CF1C12F089}" presName="rootComposite" presStyleCnt="0"/>
      <dgm:spPr/>
    </dgm:pt>
    <dgm:pt modelId="{6E99A69E-BFF8-46F1-B0D6-75C45CE6EB12}" type="pres">
      <dgm:prSet presAssocID="{ECFE6CF4-E6D8-4534-BB7B-D6CF1C12F089}" presName="rootText" presStyleLbl="node3" presStyleIdx="0" presStyleCnt="5" custScaleX="158454">
        <dgm:presLayoutVars>
          <dgm:chPref val="3"/>
        </dgm:presLayoutVars>
      </dgm:prSet>
      <dgm:spPr/>
    </dgm:pt>
    <dgm:pt modelId="{0CF525ED-6943-42FA-A2CE-52CDECC287C4}" type="pres">
      <dgm:prSet presAssocID="{ECFE6CF4-E6D8-4534-BB7B-D6CF1C12F089}" presName="rootConnector" presStyleLbl="node3" presStyleIdx="0" presStyleCnt="5"/>
      <dgm:spPr/>
    </dgm:pt>
    <dgm:pt modelId="{0F4DAFBB-93DB-41EE-932F-36D86D3A8D0F}" type="pres">
      <dgm:prSet presAssocID="{ECFE6CF4-E6D8-4534-BB7B-D6CF1C12F089}" presName="hierChild4" presStyleCnt="0"/>
      <dgm:spPr/>
    </dgm:pt>
    <dgm:pt modelId="{CE14829E-69EF-4720-AF55-776F3799475E}" type="pres">
      <dgm:prSet presAssocID="{ECFE6CF4-E6D8-4534-BB7B-D6CF1C12F089}" presName="hierChild5" presStyleCnt="0"/>
      <dgm:spPr/>
    </dgm:pt>
    <dgm:pt modelId="{F7ABAC70-5120-47F6-ADE2-2E57FD284F86}" type="pres">
      <dgm:prSet presAssocID="{70563BD4-EF9D-4FA0-8FA6-56B76D07E0B7}" presName="Name37" presStyleLbl="parChTrans1D3" presStyleIdx="1" presStyleCnt="5"/>
      <dgm:spPr/>
    </dgm:pt>
    <dgm:pt modelId="{B33A0EA1-DA42-418E-B9F8-D66B00FEE059}" type="pres">
      <dgm:prSet presAssocID="{5D1BF39E-F45A-406A-A6F1-B2354CA10044}" presName="hierRoot2" presStyleCnt="0">
        <dgm:presLayoutVars>
          <dgm:hierBranch val="init"/>
        </dgm:presLayoutVars>
      </dgm:prSet>
      <dgm:spPr/>
    </dgm:pt>
    <dgm:pt modelId="{498B0F79-488B-42C9-9816-C562AADAF401}" type="pres">
      <dgm:prSet presAssocID="{5D1BF39E-F45A-406A-A6F1-B2354CA10044}" presName="rootComposite" presStyleCnt="0"/>
      <dgm:spPr/>
    </dgm:pt>
    <dgm:pt modelId="{F0336F7F-AAF2-4EB7-A07C-77FEFE6489A0}" type="pres">
      <dgm:prSet presAssocID="{5D1BF39E-F45A-406A-A6F1-B2354CA10044}" presName="rootText" presStyleLbl="node3" presStyleIdx="1" presStyleCnt="5" custScaleX="158454">
        <dgm:presLayoutVars>
          <dgm:chPref val="3"/>
        </dgm:presLayoutVars>
      </dgm:prSet>
      <dgm:spPr/>
    </dgm:pt>
    <dgm:pt modelId="{E6395346-EC74-466B-B2C0-F8005D51CC9E}" type="pres">
      <dgm:prSet presAssocID="{5D1BF39E-F45A-406A-A6F1-B2354CA10044}" presName="rootConnector" presStyleLbl="node3" presStyleIdx="1" presStyleCnt="5"/>
      <dgm:spPr/>
    </dgm:pt>
    <dgm:pt modelId="{C2E23EE4-785A-4357-B3D0-FF8C89B9B4FD}" type="pres">
      <dgm:prSet presAssocID="{5D1BF39E-F45A-406A-A6F1-B2354CA10044}" presName="hierChild4" presStyleCnt="0"/>
      <dgm:spPr/>
    </dgm:pt>
    <dgm:pt modelId="{C4B1470F-F295-4D86-82D7-AA98E6EC19E5}" type="pres">
      <dgm:prSet presAssocID="{5D1BF39E-F45A-406A-A6F1-B2354CA10044}" presName="hierChild5" presStyleCnt="0"/>
      <dgm:spPr/>
    </dgm:pt>
    <dgm:pt modelId="{18129BB6-490F-4D3E-BC97-9AD5FD38036C}" type="pres">
      <dgm:prSet presAssocID="{7B9D19C3-4E28-42F4-9051-1B24E7BE1E4A}" presName="hierChild5" presStyleCnt="0"/>
      <dgm:spPr/>
    </dgm:pt>
    <dgm:pt modelId="{2502B7F0-E9AF-4A9E-B50E-5973D06ACC04}" type="pres">
      <dgm:prSet presAssocID="{34C2D837-3C3C-4DA6-AF8B-D14C8A02836D}" presName="Name37" presStyleLbl="parChTrans1D2" presStyleIdx="1" presStyleCnt="2"/>
      <dgm:spPr/>
    </dgm:pt>
    <dgm:pt modelId="{E5470F01-E575-40B1-97FA-8C6394858DF6}" type="pres">
      <dgm:prSet presAssocID="{52AF4EF5-F0DD-4485-96CF-196BAD130CB2}" presName="hierRoot2" presStyleCnt="0">
        <dgm:presLayoutVars>
          <dgm:hierBranch val="init"/>
        </dgm:presLayoutVars>
      </dgm:prSet>
      <dgm:spPr/>
    </dgm:pt>
    <dgm:pt modelId="{37C48D84-CE0C-4516-AF1B-72096B1E73EC}" type="pres">
      <dgm:prSet presAssocID="{52AF4EF5-F0DD-4485-96CF-196BAD130CB2}" presName="rootComposite" presStyleCnt="0"/>
      <dgm:spPr/>
    </dgm:pt>
    <dgm:pt modelId="{EE580364-30EC-4F60-87C6-2D98CE831150}" type="pres">
      <dgm:prSet presAssocID="{52AF4EF5-F0DD-4485-96CF-196BAD130CB2}" presName="rootText" presStyleLbl="node2" presStyleIdx="1" presStyleCnt="2" custScaleX="224310" custScaleY="82928">
        <dgm:presLayoutVars>
          <dgm:chPref val="3"/>
        </dgm:presLayoutVars>
      </dgm:prSet>
      <dgm:spPr/>
    </dgm:pt>
    <dgm:pt modelId="{BFC2344D-3CBF-4DFB-8540-203B5A61C469}" type="pres">
      <dgm:prSet presAssocID="{52AF4EF5-F0DD-4485-96CF-196BAD130CB2}" presName="rootConnector" presStyleLbl="node2" presStyleIdx="1" presStyleCnt="2"/>
      <dgm:spPr/>
    </dgm:pt>
    <dgm:pt modelId="{4C088B04-CFDB-44AD-9070-116DB009968A}" type="pres">
      <dgm:prSet presAssocID="{52AF4EF5-F0DD-4485-96CF-196BAD130CB2}" presName="hierChild4" presStyleCnt="0"/>
      <dgm:spPr/>
    </dgm:pt>
    <dgm:pt modelId="{19F7A595-C07F-4E01-AA61-94B9B3C62600}" type="pres">
      <dgm:prSet presAssocID="{F0A74454-A4C6-4EF9-BA43-BFB800B25FAF}" presName="Name37" presStyleLbl="parChTrans1D3" presStyleIdx="2" presStyleCnt="5"/>
      <dgm:spPr/>
    </dgm:pt>
    <dgm:pt modelId="{0D66D664-0D4E-42A5-9A48-0ABFD0DC0A77}" type="pres">
      <dgm:prSet presAssocID="{39592A89-DCBB-4D07-B58E-F718714E400B}" presName="hierRoot2" presStyleCnt="0">
        <dgm:presLayoutVars>
          <dgm:hierBranch val="init"/>
        </dgm:presLayoutVars>
      </dgm:prSet>
      <dgm:spPr/>
    </dgm:pt>
    <dgm:pt modelId="{902A8337-553C-4FD3-BEFC-3B65F9B09354}" type="pres">
      <dgm:prSet presAssocID="{39592A89-DCBB-4D07-B58E-F718714E400B}" presName="rootComposite" presStyleCnt="0"/>
      <dgm:spPr/>
    </dgm:pt>
    <dgm:pt modelId="{222510FA-8C2D-40AC-9104-2431E6451338}" type="pres">
      <dgm:prSet presAssocID="{39592A89-DCBB-4D07-B58E-F718714E400B}" presName="rootText" presStyleLbl="node3" presStyleIdx="2" presStyleCnt="5" custScaleX="178674">
        <dgm:presLayoutVars>
          <dgm:chPref val="3"/>
        </dgm:presLayoutVars>
      </dgm:prSet>
      <dgm:spPr/>
    </dgm:pt>
    <dgm:pt modelId="{5614EBCA-F82D-4A75-A64A-CD690A98B12A}" type="pres">
      <dgm:prSet presAssocID="{39592A89-DCBB-4D07-B58E-F718714E400B}" presName="rootConnector" presStyleLbl="node3" presStyleIdx="2" presStyleCnt="5"/>
      <dgm:spPr/>
    </dgm:pt>
    <dgm:pt modelId="{819C3465-BAA8-4179-8029-DC26929F013F}" type="pres">
      <dgm:prSet presAssocID="{39592A89-DCBB-4D07-B58E-F718714E400B}" presName="hierChild4" presStyleCnt="0"/>
      <dgm:spPr/>
    </dgm:pt>
    <dgm:pt modelId="{56233FCD-E345-4BCF-9EAE-2673F55900C0}" type="pres">
      <dgm:prSet presAssocID="{39592A89-DCBB-4D07-B58E-F718714E400B}" presName="hierChild5" presStyleCnt="0"/>
      <dgm:spPr/>
    </dgm:pt>
    <dgm:pt modelId="{36751E33-E8B2-41DE-B8F9-353D8ECE5F2E}" type="pres">
      <dgm:prSet presAssocID="{37467C24-3C5E-436B-8FF8-4A70F2EA3433}" presName="Name37" presStyleLbl="parChTrans1D3" presStyleIdx="3" presStyleCnt="5"/>
      <dgm:spPr/>
    </dgm:pt>
    <dgm:pt modelId="{16D36F30-EA1B-40FB-BEE3-2D2034BEBC69}" type="pres">
      <dgm:prSet presAssocID="{FF3BBCF9-A503-46C3-9324-FB196BB4E3E0}" presName="hierRoot2" presStyleCnt="0">
        <dgm:presLayoutVars>
          <dgm:hierBranch val="init"/>
        </dgm:presLayoutVars>
      </dgm:prSet>
      <dgm:spPr/>
    </dgm:pt>
    <dgm:pt modelId="{B3A952DC-C17A-477C-82EA-D84BB6988047}" type="pres">
      <dgm:prSet presAssocID="{FF3BBCF9-A503-46C3-9324-FB196BB4E3E0}" presName="rootComposite" presStyleCnt="0"/>
      <dgm:spPr/>
    </dgm:pt>
    <dgm:pt modelId="{268D94CE-9C8C-47A0-BF01-2A4318B1F8F0}" type="pres">
      <dgm:prSet presAssocID="{FF3BBCF9-A503-46C3-9324-FB196BB4E3E0}" presName="rootText" presStyleLbl="node3" presStyleIdx="3" presStyleCnt="5" custScaleX="178674">
        <dgm:presLayoutVars>
          <dgm:chPref val="3"/>
        </dgm:presLayoutVars>
      </dgm:prSet>
      <dgm:spPr/>
    </dgm:pt>
    <dgm:pt modelId="{C51EC087-837F-40D1-813E-40C747700692}" type="pres">
      <dgm:prSet presAssocID="{FF3BBCF9-A503-46C3-9324-FB196BB4E3E0}" presName="rootConnector" presStyleLbl="node3" presStyleIdx="3" presStyleCnt="5"/>
      <dgm:spPr/>
    </dgm:pt>
    <dgm:pt modelId="{C21D81C9-73FD-48A2-950C-85A347A24FA6}" type="pres">
      <dgm:prSet presAssocID="{FF3BBCF9-A503-46C3-9324-FB196BB4E3E0}" presName="hierChild4" presStyleCnt="0"/>
      <dgm:spPr/>
    </dgm:pt>
    <dgm:pt modelId="{C7E85B8D-7452-4292-8853-3E23600C6134}" type="pres">
      <dgm:prSet presAssocID="{FF3BBCF9-A503-46C3-9324-FB196BB4E3E0}" presName="hierChild5" presStyleCnt="0"/>
      <dgm:spPr/>
    </dgm:pt>
    <dgm:pt modelId="{07038F95-732E-4A3E-AD48-62FB6CC60AF2}" type="pres">
      <dgm:prSet presAssocID="{D0725DFB-5442-4F7E-9B64-F3C89C6AA8AF}" presName="Name37" presStyleLbl="parChTrans1D3" presStyleIdx="4" presStyleCnt="5"/>
      <dgm:spPr/>
    </dgm:pt>
    <dgm:pt modelId="{8D306D68-2E12-440B-9A10-4932BD6F7A42}" type="pres">
      <dgm:prSet presAssocID="{AC47F13C-5F00-4BE8-9871-E93F0F0CDEF6}" presName="hierRoot2" presStyleCnt="0">
        <dgm:presLayoutVars>
          <dgm:hierBranch val="init"/>
        </dgm:presLayoutVars>
      </dgm:prSet>
      <dgm:spPr/>
    </dgm:pt>
    <dgm:pt modelId="{3A526869-B45B-4F6C-BE1E-C5262C6074D8}" type="pres">
      <dgm:prSet presAssocID="{AC47F13C-5F00-4BE8-9871-E93F0F0CDEF6}" presName="rootComposite" presStyleCnt="0"/>
      <dgm:spPr/>
    </dgm:pt>
    <dgm:pt modelId="{169EAEA9-1901-4475-A68E-48FF6728A2C1}" type="pres">
      <dgm:prSet presAssocID="{AC47F13C-5F00-4BE8-9871-E93F0F0CDEF6}" presName="rootText" presStyleLbl="node3" presStyleIdx="4" presStyleCnt="5" custScaleX="178674">
        <dgm:presLayoutVars>
          <dgm:chPref val="3"/>
        </dgm:presLayoutVars>
      </dgm:prSet>
      <dgm:spPr/>
    </dgm:pt>
    <dgm:pt modelId="{8247603E-DBE3-4837-BE22-2639E3EA076F}" type="pres">
      <dgm:prSet presAssocID="{AC47F13C-5F00-4BE8-9871-E93F0F0CDEF6}" presName="rootConnector" presStyleLbl="node3" presStyleIdx="4" presStyleCnt="5"/>
      <dgm:spPr/>
    </dgm:pt>
    <dgm:pt modelId="{69626280-29BA-4976-8BB9-576E55EF410A}" type="pres">
      <dgm:prSet presAssocID="{AC47F13C-5F00-4BE8-9871-E93F0F0CDEF6}" presName="hierChild4" presStyleCnt="0"/>
      <dgm:spPr/>
    </dgm:pt>
    <dgm:pt modelId="{C940CC77-EB04-406D-BCE8-654998508308}" type="pres">
      <dgm:prSet presAssocID="{AC47F13C-5F00-4BE8-9871-E93F0F0CDEF6}" presName="hierChild5" presStyleCnt="0"/>
      <dgm:spPr/>
    </dgm:pt>
    <dgm:pt modelId="{FE8A2994-C4F0-4811-934E-6610D48CB903}" type="pres">
      <dgm:prSet presAssocID="{52AF4EF5-F0DD-4485-96CF-196BAD130CB2}" presName="hierChild5" presStyleCnt="0"/>
      <dgm:spPr/>
    </dgm:pt>
    <dgm:pt modelId="{48FE3F65-4400-417B-9815-D416054E3A35}" type="pres">
      <dgm:prSet presAssocID="{1E938881-3FA2-45E2-934C-4AF7B9F81A21}" presName="hierChild3" presStyleCnt="0"/>
      <dgm:spPr/>
    </dgm:pt>
  </dgm:ptLst>
  <dgm:cxnLst>
    <dgm:cxn modelId="{93A36704-4FE9-4456-BC84-161D75622805}" srcId="{09121C1D-6D17-4E58-B81F-70A71B63672C}" destId="{1E938881-3FA2-45E2-934C-4AF7B9F81A21}" srcOrd="0" destOrd="0" parTransId="{AAD3E702-7BFD-407E-86E3-28DF3C8DDCC9}" sibTransId="{EBE0C165-B10A-4F8C-AA6A-5EC8E65B2B22}"/>
    <dgm:cxn modelId="{76D10D09-EC70-411A-9338-980408DE65EA}" type="presOf" srcId="{ECFE6CF4-E6D8-4534-BB7B-D6CF1C12F089}" destId="{0CF525ED-6943-42FA-A2CE-52CDECC287C4}" srcOrd="1" destOrd="0" presId="urn:microsoft.com/office/officeart/2005/8/layout/orgChart1"/>
    <dgm:cxn modelId="{00D9730F-CD4F-40D7-82B4-CE67A50C0827}" type="presOf" srcId="{FF3BBCF9-A503-46C3-9324-FB196BB4E3E0}" destId="{C51EC087-837F-40D1-813E-40C747700692}" srcOrd="1" destOrd="0" presId="urn:microsoft.com/office/officeart/2005/8/layout/orgChart1"/>
    <dgm:cxn modelId="{97B85B10-DD23-462E-83C1-BC073DBCDBAC}" type="presOf" srcId="{1E938881-3FA2-45E2-934C-4AF7B9F81A21}" destId="{02A95F69-CD6F-4CA4-B582-4928D724A4A6}" srcOrd="0" destOrd="0" presId="urn:microsoft.com/office/officeart/2005/8/layout/orgChart1"/>
    <dgm:cxn modelId="{C455CA17-68DD-4148-A7DB-FD16ABD030CF}" type="presOf" srcId="{09121C1D-6D17-4E58-B81F-70A71B63672C}" destId="{CBE813CB-038E-4AD9-8C23-2F7BE2F8BB25}" srcOrd="0" destOrd="0" presId="urn:microsoft.com/office/officeart/2005/8/layout/orgChart1"/>
    <dgm:cxn modelId="{0FF96E1D-136D-4CBF-A647-7C2E38D8AD03}" srcId="{1E938881-3FA2-45E2-934C-4AF7B9F81A21}" destId="{7B9D19C3-4E28-42F4-9051-1B24E7BE1E4A}" srcOrd="0" destOrd="0" parTransId="{FC32EEA0-7CC1-44A6-B3E6-6DF2DC503FBC}" sibTransId="{4A42A983-DC43-475B-9F19-C75C4E5E3D9B}"/>
    <dgm:cxn modelId="{B26C111F-4CD9-4B29-8B1C-44267B7C87E6}" srcId="{52AF4EF5-F0DD-4485-96CF-196BAD130CB2}" destId="{FF3BBCF9-A503-46C3-9324-FB196BB4E3E0}" srcOrd="1" destOrd="0" parTransId="{37467C24-3C5E-436B-8FF8-4A70F2EA3433}" sibTransId="{96A90FF4-0AE2-48BB-AA66-00AA2FB7CD9E}"/>
    <dgm:cxn modelId="{FC962F28-D292-4F73-9DB0-FDCA8B59A73A}" type="presOf" srcId="{ECFE6CF4-E6D8-4534-BB7B-D6CF1C12F089}" destId="{6E99A69E-BFF8-46F1-B0D6-75C45CE6EB12}" srcOrd="0" destOrd="0" presId="urn:microsoft.com/office/officeart/2005/8/layout/orgChart1"/>
    <dgm:cxn modelId="{3CDF552B-858F-4DEC-B583-D41C3E577A67}" type="presOf" srcId="{39592A89-DCBB-4D07-B58E-F718714E400B}" destId="{5614EBCA-F82D-4A75-A64A-CD690A98B12A}" srcOrd="1" destOrd="0" presId="urn:microsoft.com/office/officeart/2005/8/layout/orgChart1"/>
    <dgm:cxn modelId="{A8A00937-2BF9-4FA7-855A-90B50B274BB9}" srcId="{52AF4EF5-F0DD-4485-96CF-196BAD130CB2}" destId="{AC47F13C-5F00-4BE8-9871-E93F0F0CDEF6}" srcOrd="2" destOrd="0" parTransId="{D0725DFB-5442-4F7E-9B64-F3C89C6AA8AF}" sibTransId="{CDF8E231-FB10-4E28-89C2-910D05A39EB0}"/>
    <dgm:cxn modelId="{FF14683C-2F8E-4A03-9427-6F2FC33172A9}" type="presOf" srcId="{AC47F13C-5F00-4BE8-9871-E93F0F0CDEF6}" destId="{169EAEA9-1901-4475-A68E-48FF6728A2C1}" srcOrd="0" destOrd="0" presId="urn:microsoft.com/office/officeart/2005/8/layout/orgChart1"/>
    <dgm:cxn modelId="{F0048961-7323-4386-888C-2D5CD6008C99}" type="presOf" srcId="{52AF4EF5-F0DD-4485-96CF-196BAD130CB2}" destId="{EE580364-30EC-4F60-87C6-2D98CE831150}" srcOrd="0" destOrd="0" presId="urn:microsoft.com/office/officeart/2005/8/layout/orgChart1"/>
    <dgm:cxn modelId="{3D075D66-9F3B-4533-8045-E3DC85D62485}" type="presOf" srcId="{D0725DFB-5442-4F7E-9B64-F3C89C6AA8AF}" destId="{07038F95-732E-4A3E-AD48-62FB6CC60AF2}" srcOrd="0" destOrd="0" presId="urn:microsoft.com/office/officeart/2005/8/layout/orgChart1"/>
    <dgm:cxn modelId="{E067BD66-FE42-4284-8168-9C1FD5B32138}" type="presOf" srcId="{F0A74454-A4C6-4EF9-BA43-BFB800B25FAF}" destId="{19F7A595-C07F-4E01-AA61-94B9B3C62600}" srcOrd="0" destOrd="0" presId="urn:microsoft.com/office/officeart/2005/8/layout/orgChart1"/>
    <dgm:cxn modelId="{E4F1B94D-1B75-44B2-9EDC-499E9FC78E28}" type="presOf" srcId="{FF3BBCF9-A503-46C3-9324-FB196BB4E3E0}" destId="{268D94CE-9C8C-47A0-BF01-2A4318B1F8F0}" srcOrd="0" destOrd="0" presId="urn:microsoft.com/office/officeart/2005/8/layout/orgChart1"/>
    <dgm:cxn modelId="{99A5764F-5735-4103-A412-4BFF2DAA57C7}" type="presOf" srcId="{BFD0E24F-7E71-4155-82B1-5549B60765D6}" destId="{1D5DDD7D-6291-431F-970E-959495458C45}" srcOrd="0" destOrd="0" presId="urn:microsoft.com/office/officeart/2005/8/layout/orgChart1"/>
    <dgm:cxn modelId="{44C2B452-FF75-447C-A3EE-36351AE9033E}" type="presOf" srcId="{70563BD4-EF9D-4FA0-8FA6-56B76D07E0B7}" destId="{F7ABAC70-5120-47F6-ADE2-2E57FD284F86}" srcOrd="0" destOrd="0" presId="urn:microsoft.com/office/officeart/2005/8/layout/orgChart1"/>
    <dgm:cxn modelId="{DB069756-9EDE-4198-B101-AE2AAFFB526F}" type="presOf" srcId="{7B9D19C3-4E28-42F4-9051-1B24E7BE1E4A}" destId="{2E715CDA-9079-4630-8C73-FCC8EED4992C}" srcOrd="1" destOrd="0" presId="urn:microsoft.com/office/officeart/2005/8/layout/orgChart1"/>
    <dgm:cxn modelId="{E727DA59-8DBE-4EDE-9FAE-BC77ECEE0C1C}" type="presOf" srcId="{1E938881-3FA2-45E2-934C-4AF7B9F81A21}" destId="{3A176D03-6E73-4F9A-B085-8C6596BB0712}" srcOrd="1" destOrd="0" presId="urn:microsoft.com/office/officeart/2005/8/layout/orgChart1"/>
    <dgm:cxn modelId="{B6CDCA7B-525D-4D13-BB78-E0CAE2FD9BA1}" type="presOf" srcId="{37467C24-3C5E-436B-8FF8-4A70F2EA3433}" destId="{36751E33-E8B2-41DE-B8F9-353D8ECE5F2E}" srcOrd="0" destOrd="0" presId="urn:microsoft.com/office/officeart/2005/8/layout/orgChart1"/>
    <dgm:cxn modelId="{C6113380-2D03-44C9-8C8B-48732C1B59AA}" type="presOf" srcId="{39592A89-DCBB-4D07-B58E-F718714E400B}" destId="{222510FA-8C2D-40AC-9104-2431E6451338}" srcOrd="0" destOrd="0" presId="urn:microsoft.com/office/officeart/2005/8/layout/orgChart1"/>
    <dgm:cxn modelId="{6B91E6AA-A8D6-4875-B7A1-C9F10DD61FC7}" type="presOf" srcId="{52AF4EF5-F0DD-4485-96CF-196BAD130CB2}" destId="{BFC2344D-3CBF-4DFB-8540-203B5A61C469}" srcOrd="1" destOrd="0" presId="urn:microsoft.com/office/officeart/2005/8/layout/orgChart1"/>
    <dgm:cxn modelId="{2438EBAD-1A8F-4AB1-8D32-4FC14FE156FD}" type="presOf" srcId="{5D1BF39E-F45A-406A-A6F1-B2354CA10044}" destId="{F0336F7F-AAF2-4EB7-A07C-77FEFE6489A0}" srcOrd="0" destOrd="0" presId="urn:microsoft.com/office/officeart/2005/8/layout/orgChart1"/>
    <dgm:cxn modelId="{5B5228B0-CE1F-4CB1-A618-10AFFD0334E7}" type="presOf" srcId="{7B9D19C3-4E28-42F4-9051-1B24E7BE1E4A}" destId="{89F4D262-EA15-4B3F-B237-9483D0FC0FF4}" srcOrd="0" destOrd="0" presId="urn:microsoft.com/office/officeart/2005/8/layout/orgChart1"/>
    <dgm:cxn modelId="{1752FBB0-E01A-4252-97BC-9C1603FBF3EF}" type="presOf" srcId="{5D1BF39E-F45A-406A-A6F1-B2354CA10044}" destId="{E6395346-EC74-466B-B2C0-F8005D51CC9E}" srcOrd="1" destOrd="0" presId="urn:microsoft.com/office/officeart/2005/8/layout/orgChart1"/>
    <dgm:cxn modelId="{B031DAB8-F772-4D3D-844F-7B202210B143}" type="presOf" srcId="{AC47F13C-5F00-4BE8-9871-E93F0F0CDEF6}" destId="{8247603E-DBE3-4837-BE22-2639E3EA076F}" srcOrd="1" destOrd="0" presId="urn:microsoft.com/office/officeart/2005/8/layout/orgChart1"/>
    <dgm:cxn modelId="{630522BB-D79A-40DC-BF64-1880152BB52E}" srcId="{52AF4EF5-F0DD-4485-96CF-196BAD130CB2}" destId="{39592A89-DCBB-4D07-B58E-F718714E400B}" srcOrd="0" destOrd="0" parTransId="{F0A74454-A4C6-4EF9-BA43-BFB800B25FAF}" sibTransId="{FBF45C17-6A2C-4B33-B726-6429630EE5C3}"/>
    <dgm:cxn modelId="{0DDC29DF-8BBB-4791-89E9-DDEC4EDDCF2D}" srcId="{7B9D19C3-4E28-42F4-9051-1B24E7BE1E4A}" destId="{5D1BF39E-F45A-406A-A6F1-B2354CA10044}" srcOrd="1" destOrd="0" parTransId="{70563BD4-EF9D-4FA0-8FA6-56B76D07E0B7}" sibTransId="{4818CE4D-FFA4-4AD6-8D90-5ADDEDF19D79}"/>
    <dgm:cxn modelId="{340285E3-E122-412F-A6CA-273C1925BE93}" type="presOf" srcId="{FC32EEA0-7CC1-44A6-B3E6-6DF2DC503FBC}" destId="{E5333151-DDFC-4635-8732-AA539D93A1DC}" srcOrd="0" destOrd="0" presId="urn:microsoft.com/office/officeart/2005/8/layout/orgChart1"/>
    <dgm:cxn modelId="{E20382E5-20A8-4C7B-BAD2-D8EA8731CE27}" srcId="{1E938881-3FA2-45E2-934C-4AF7B9F81A21}" destId="{52AF4EF5-F0DD-4485-96CF-196BAD130CB2}" srcOrd="1" destOrd="0" parTransId="{34C2D837-3C3C-4DA6-AF8B-D14C8A02836D}" sibTransId="{7F3A6839-D47D-47A5-8A86-DA43E02D8D96}"/>
    <dgm:cxn modelId="{2FB07CE8-CA40-4234-93A3-975385F6FDC7}" type="presOf" srcId="{34C2D837-3C3C-4DA6-AF8B-D14C8A02836D}" destId="{2502B7F0-E9AF-4A9E-B50E-5973D06ACC04}" srcOrd="0" destOrd="0" presId="urn:microsoft.com/office/officeart/2005/8/layout/orgChart1"/>
    <dgm:cxn modelId="{BFB88EF7-3EF5-416A-AD1F-C1B0AB42E467}" srcId="{7B9D19C3-4E28-42F4-9051-1B24E7BE1E4A}" destId="{ECFE6CF4-E6D8-4534-BB7B-D6CF1C12F089}" srcOrd="0" destOrd="0" parTransId="{BFD0E24F-7E71-4155-82B1-5549B60765D6}" sibTransId="{DCB25477-043C-4E7B-884A-5F62C229E6F3}"/>
    <dgm:cxn modelId="{FDAA1EB1-D148-42D5-B10D-DD098E7CE9DE}" type="presParOf" srcId="{CBE813CB-038E-4AD9-8C23-2F7BE2F8BB25}" destId="{E475438C-BAC6-4CCC-BBBB-D8A7E3C18DB2}" srcOrd="0" destOrd="0" presId="urn:microsoft.com/office/officeart/2005/8/layout/orgChart1"/>
    <dgm:cxn modelId="{9B430AC3-F0A4-49B6-AAF4-BF8BFE7CC53A}" type="presParOf" srcId="{E475438C-BAC6-4CCC-BBBB-D8A7E3C18DB2}" destId="{E2C6B816-600B-4B24-B62B-AD6F6D1AE159}" srcOrd="0" destOrd="0" presId="urn:microsoft.com/office/officeart/2005/8/layout/orgChart1"/>
    <dgm:cxn modelId="{318D489F-F1A2-4372-964E-CE257296AD22}" type="presParOf" srcId="{E2C6B816-600B-4B24-B62B-AD6F6D1AE159}" destId="{02A95F69-CD6F-4CA4-B582-4928D724A4A6}" srcOrd="0" destOrd="0" presId="urn:microsoft.com/office/officeart/2005/8/layout/orgChart1"/>
    <dgm:cxn modelId="{DB175A86-87E6-46F1-B132-952E9C001AB7}" type="presParOf" srcId="{E2C6B816-600B-4B24-B62B-AD6F6D1AE159}" destId="{3A176D03-6E73-4F9A-B085-8C6596BB0712}" srcOrd="1" destOrd="0" presId="urn:microsoft.com/office/officeart/2005/8/layout/orgChart1"/>
    <dgm:cxn modelId="{0B276362-2B44-4CAF-BBCF-27BD05685E58}" type="presParOf" srcId="{E475438C-BAC6-4CCC-BBBB-D8A7E3C18DB2}" destId="{F4E8EB0E-B697-4CE0-A80C-C5C77519C95F}" srcOrd="1" destOrd="0" presId="urn:microsoft.com/office/officeart/2005/8/layout/orgChart1"/>
    <dgm:cxn modelId="{0BD5B7E7-0FFF-4ED9-B744-FE8426BBDE5A}" type="presParOf" srcId="{F4E8EB0E-B697-4CE0-A80C-C5C77519C95F}" destId="{E5333151-DDFC-4635-8732-AA539D93A1DC}" srcOrd="0" destOrd="0" presId="urn:microsoft.com/office/officeart/2005/8/layout/orgChart1"/>
    <dgm:cxn modelId="{3E2FEAEC-EB10-48EE-8ACE-69CF09A1AEED}" type="presParOf" srcId="{F4E8EB0E-B697-4CE0-A80C-C5C77519C95F}" destId="{019A686B-6274-4411-8621-85FA34D54DE8}" srcOrd="1" destOrd="0" presId="urn:microsoft.com/office/officeart/2005/8/layout/orgChart1"/>
    <dgm:cxn modelId="{2E046E4B-4F6F-4333-9F53-B3E8469EE23F}" type="presParOf" srcId="{019A686B-6274-4411-8621-85FA34D54DE8}" destId="{3EAD3CEE-94C7-47A0-9E80-6C091065B0BD}" srcOrd="0" destOrd="0" presId="urn:microsoft.com/office/officeart/2005/8/layout/orgChart1"/>
    <dgm:cxn modelId="{B5046F58-2D41-41A0-84A4-A4E4A247B1AD}" type="presParOf" srcId="{3EAD3CEE-94C7-47A0-9E80-6C091065B0BD}" destId="{89F4D262-EA15-4B3F-B237-9483D0FC0FF4}" srcOrd="0" destOrd="0" presId="urn:microsoft.com/office/officeart/2005/8/layout/orgChart1"/>
    <dgm:cxn modelId="{8BA2A392-8E55-446A-83CC-0D21AA3A42E6}" type="presParOf" srcId="{3EAD3CEE-94C7-47A0-9E80-6C091065B0BD}" destId="{2E715CDA-9079-4630-8C73-FCC8EED4992C}" srcOrd="1" destOrd="0" presId="urn:microsoft.com/office/officeart/2005/8/layout/orgChart1"/>
    <dgm:cxn modelId="{8CBBED7D-5CA5-4057-970B-AB06AFC20A4B}" type="presParOf" srcId="{019A686B-6274-4411-8621-85FA34D54DE8}" destId="{5E6E9C82-05CD-4DFD-B236-5921FF4BD718}" srcOrd="1" destOrd="0" presId="urn:microsoft.com/office/officeart/2005/8/layout/orgChart1"/>
    <dgm:cxn modelId="{746D8805-6AF8-4393-BC77-687853757C5D}" type="presParOf" srcId="{5E6E9C82-05CD-4DFD-B236-5921FF4BD718}" destId="{1D5DDD7D-6291-431F-970E-959495458C45}" srcOrd="0" destOrd="0" presId="urn:microsoft.com/office/officeart/2005/8/layout/orgChart1"/>
    <dgm:cxn modelId="{16B1E7AD-CBB4-4A45-84D0-16833D218ACD}" type="presParOf" srcId="{5E6E9C82-05CD-4DFD-B236-5921FF4BD718}" destId="{82DA6F4C-0C03-4493-A207-7E3BDF788E1D}" srcOrd="1" destOrd="0" presId="urn:microsoft.com/office/officeart/2005/8/layout/orgChart1"/>
    <dgm:cxn modelId="{778F42BA-E7E2-4E30-BC65-14D4CB9963D9}" type="presParOf" srcId="{82DA6F4C-0C03-4493-A207-7E3BDF788E1D}" destId="{22543724-4C54-41DA-9880-A8469E54F4CE}" srcOrd="0" destOrd="0" presId="urn:microsoft.com/office/officeart/2005/8/layout/orgChart1"/>
    <dgm:cxn modelId="{5AC639B4-4472-4019-A425-857364D9BEDE}" type="presParOf" srcId="{22543724-4C54-41DA-9880-A8469E54F4CE}" destId="{6E99A69E-BFF8-46F1-B0D6-75C45CE6EB12}" srcOrd="0" destOrd="0" presId="urn:microsoft.com/office/officeart/2005/8/layout/orgChart1"/>
    <dgm:cxn modelId="{B59355F3-DD46-4A3E-ADA7-492D1024340A}" type="presParOf" srcId="{22543724-4C54-41DA-9880-A8469E54F4CE}" destId="{0CF525ED-6943-42FA-A2CE-52CDECC287C4}" srcOrd="1" destOrd="0" presId="urn:microsoft.com/office/officeart/2005/8/layout/orgChart1"/>
    <dgm:cxn modelId="{F5169389-6BA4-4FD0-A230-1A9B60C7DE5C}" type="presParOf" srcId="{82DA6F4C-0C03-4493-A207-7E3BDF788E1D}" destId="{0F4DAFBB-93DB-41EE-932F-36D86D3A8D0F}" srcOrd="1" destOrd="0" presId="urn:microsoft.com/office/officeart/2005/8/layout/orgChart1"/>
    <dgm:cxn modelId="{561C9701-9434-4F02-A636-9FDDF53A430E}" type="presParOf" srcId="{82DA6F4C-0C03-4493-A207-7E3BDF788E1D}" destId="{CE14829E-69EF-4720-AF55-776F3799475E}" srcOrd="2" destOrd="0" presId="urn:microsoft.com/office/officeart/2005/8/layout/orgChart1"/>
    <dgm:cxn modelId="{667C1C44-C09D-491C-AC1E-7C38983A551F}" type="presParOf" srcId="{5E6E9C82-05CD-4DFD-B236-5921FF4BD718}" destId="{F7ABAC70-5120-47F6-ADE2-2E57FD284F86}" srcOrd="2" destOrd="0" presId="urn:microsoft.com/office/officeart/2005/8/layout/orgChart1"/>
    <dgm:cxn modelId="{D8D5EF38-5B78-4D9B-9677-ADBFDCE63973}" type="presParOf" srcId="{5E6E9C82-05CD-4DFD-B236-5921FF4BD718}" destId="{B33A0EA1-DA42-418E-B9F8-D66B00FEE059}" srcOrd="3" destOrd="0" presId="urn:microsoft.com/office/officeart/2005/8/layout/orgChart1"/>
    <dgm:cxn modelId="{046B0976-0286-4497-B74E-486338D28C3C}" type="presParOf" srcId="{B33A0EA1-DA42-418E-B9F8-D66B00FEE059}" destId="{498B0F79-488B-42C9-9816-C562AADAF401}" srcOrd="0" destOrd="0" presId="urn:microsoft.com/office/officeart/2005/8/layout/orgChart1"/>
    <dgm:cxn modelId="{5450D3C6-A4B8-4383-8505-1AB1F671D282}" type="presParOf" srcId="{498B0F79-488B-42C9-9816-C562AADAF401}" destId="{F0336F7F-AAF2-4EB7-A07C-77FEFE6489A0}" srcOrd="0" destOrd="0" presId="urn:microsoft.com/office/officeart/2005/8/layout/orgChart1"/>
    <dgm:cxn modelId="{FB6DA443-6342-4F91-A8E7-D28D88883429}" type="presParOf" srcId="{498B0F79-488B-42C9-9816-C562AADAF401}" destId="{E6395346-EC74-466B-B2C0-F8005D51CC9E}" srcOrd="1" destOrd="0" presId="urn:microsoft.com/office/officeart/2005/8/layout/orgChart1"/>
    <dgm:cxn modelId="{5151809D-A3B9-4DB7-BE13-86FB5BB38F3B}" type="presParOf" srcId="{B33A0EA1-DA42-418E-B9F8-D66B00FEE059}" destId="{C2E23EE4-785A-4357-B3D0-FF8C89B9B4FD}" srcOrd="1" destOrd="0" presId="urn:microsoft.com/office/officeart/2005/8/layout/orgChart1"/>
    <dgm:cxn modelId="{2615226D-AEAD-4754-BF76-D0840E1A5D70}" type="presParOf" srcId="{B33A0EA1-DA42-418E-B9F8-D66B00FEE059}" destId="{C4B1470F-F295-4D86-82D7-AA98E6EC19E5}" srcOrd="2" destOrd="0" presId="urn:microsoft.com/office/officeart/2005/8/layout/orgChart1"/>
    <dgm:cxn modelId="{0585ACCC-FCF2-45FD-B05B-6FF812D86B74}" type="presParOf" srcId="{019A686B-6274-4411-8621-85FA34D54DE8}" destId="{18129BB6-490F-4D3E-BC97-9AD5FD38036C}" srcOrd="2" destOrd="0" presId="urn:microsoft.com/office/officeart/2005/8/layout/orgChart1"/>
    <dgm:cxn modelId="{CFD90C11-33CB-4ECE-8A53-92611302CDCF}" type="presParOf" srcId="{F4E8EB0E-B697-4CE0-A80C-C5C77519C95F}" destId="{2502B7F0-E9AF-4A9E-B50E-5973D06ACC04}" srcOrd="2" destOrd="0" presId="urn:microsoft.com/office/officeart/2005/8/layout/orgChart1"/>
    <dgm:cxn modelId="{15974CB6-4453-4B9F-91B5-578217FCEB5B}" type="presParOf" srcId="{F4E8EB0E-B697-4CE0-A80C-C5C77519C95F}" destId="{E5470F01-E575-40B1-97FA-8C6394858DF6}" srcOrd="3" destOrd="0" presId="urn:microsoft.com/office/officeart/2005/8/layout/orgChart1"/>
    <dgm:cxn modelId="{C68F9B09-6699-4BCB-9CFF-8865BC524BA5}" type="presParOf" srcId="{E5470F01-E575-40B1-97FA-8C6394858DF6}" destId="{37C48D84-CE0C-4516-AF1B-72096B1E73EC}" srcOrd="0" destOrd="0" presId="urn:microsoft.com/office/officeart/2005/8/layout/orgChart1"/>
    <dgm:cxn modelId="{BB2DF4FF-745E-4329-A456-564F7D7AA44B}" type="presParOf" srcId="{37C48D84-CE0C-4516-AF1B-72096B1E73EC}" destId="{EE580364-30EC-4F60-87C6-2D98CE831150}" srcOrd="0" destOrd="0" presId="urn:microsoft.com/office/officeart/2005/8/layout/orgChart1"/>
    <dgm:cxn modelId="{6515B9E0-8681-41DF-8967-8C70E36C1494}" type="presParOf" srcId="{37C48D84-CE0C-4516-AF1B-72096B1E73EC}" destId="{BFC2344D-3CBF-4DFB-8540-203B5A61C469}" srcOrd="1" destOrd="0" presId="urn:microsoft.com/office/officeart/2005/8/layout/orgChart1"/>
    <dgm:cxn modelId="{8945794B-7509-4E2D-9341-4666E62666BD}" type="presParOf" srcId="{E5470F01-E575-40B1-97FA-8C6394858DF6}" destId="{4C088B04-CFDB-44AD-9070-116DB009968A}" srcOrd="1" destOrd="0" presId="urn:microsoft.com/office/officeart/2005/8/layout/orgChart1"/>
    <dgm:cxn modelId="{B677AC05-841D-4365-B9DF-6D8F31144C3D}" type="presParOf" srcId="{4C088B04-CFDB-44AD-9070-116DB009968A}" destId="{19F7A595-C07F-4E01-AA61-94B9B3C62600}" srcOrd="0" destOrd="0" presId="urn:microsoft.com/office/officeart/2005/8/layout/orgChart1"/>
    <dgm:cxn modelId="{6BA0BCCB-46B2-493D-99DA-3CBA795FA1F7}" type="presParOf" srcId="{4C088B04-CFDB-44AD-9070-116DB009968A}" destId="{0D66D664-0D4E-42A5-9A48-0ABFD0DC0A77}" srcOrd="1" destOrd="0" presId="urn:microsoft.com/office/officeart/2005/8/layout/orgChart1"/>
    <dgm:cxn modelId="{99724D12-63D1-4AAE-93F6-32B7BA670BAF}" type="presParOf" srcId="{0D66D664-0D4E-42A5-9A48-0ABFD0DC0A77}" destId="{902A8337-553C-4FD3-BEFC-3B65F9B09354}" srcOrd="0" destOrd="0" presId="urn:microsoft.com/office/officeart/2005/8/layout/orgChart1"/>
    <dgm:cxn modelId="{CB8F1CF5-06C8-48E1-A7A6-7F2D035CA295}" type="presParOf" srcId="{902A8337-553C-4FD3-BEFC-3B65F9B09354}" destId="{222510FA-8C2D-40AC-9104-2431E6451338}" srcOrd="0" destOrd="0" presId="urn:microsoft.com/office/officeart/2005/8/layout/orgChart1"/>
    <dgm:cxn modelId="{DC041E60-DD9A-4FCF-8E35-8C2354FB75D6}" type="presParOf" srcId="{902A8337-553C-4FD3-BEFC-3B65F9B09354}" destId="{5614EBCA-F82D-4A75-A64A-CD690A98B12A}" srcOrd="1" destOrd="0" presId="urn:microsoft.com/office/officeart/2005/8/layout/orgChart1"/>
    <dgm:cxn modelId="{610DB2BD-63A3-413D-BF04-5BBCA00312B7}" type="presParOf" srcId="{0D66D664-0D4E-42A5-9A48-0ABFD0DC0A77}" destId="{819C3465-BAA8-4179-8029-DC26929F013F}" srcOrd="1" destOrd="0" presId="urn:microsoft.com/office/officeart/2005/8/layout/orgChart1"/>
    <dgm:cxn modelId="{D2C81DE5-E60E-483A-8AB5-D99538B70489}" type="presParOf" srcId="{0D66D664-0D4E-42A5-9A48-0ABFD0DC0A77}" destId="{56233FCD-E345-4BCF-9EAE-2673F55900C0}" srcOrd="2" destOrd="0" presId="urn:microsoft.com/office/officeart/2005/8/layout/orgChart1"/>
    <dgm:cxn modelId="{E2C0C39B-7343-47E9-852E-D48BE2B09500}" type="presParOf" srcId="{4C088B04-CFDB-44AD-9070-116DB009968A}" destId="{36751E33-E8B2-41DE-B8F9-353D8ECE5F2E}" srcOrd="2" destOrd="0" presId="urn:microsoft.com/office/officeart/2005/8/layout/orgChart1"/>
    <dgm:cxn modelId="{5861E897-005F-4730-90BA-F4B2769323CD}" type="presParOf" srcId="{4C088B04-CFDB-44AD-9070-116DB009968A}" destId="{16D36F30-EA1B-40FB-BEE3-2D2034BEBC69}" srcOrd="3" destOrd="0" presId="urn:microsoft.com/office/officeart/2005/8/layout/orgChart1"/>
    <dgm:cxn modelId="{732B4B85-A327-4D8C-A0E1-D5E88A1D941F}" type="presParOf" srcId="{16D36F30-EA1B-40FB-BEE3-2D2034BEBC69}" destId="{B3A952DC-C17A-477C-82EA-D84BB6988047}" srcOrd="0" destOrd="0" presId="urn:microsoft.com/office/officeart/2005/8/layout/orgChart1"/>
    <dgm:cxn modelId="{439CCC6B-E224-45CB-A96C-FD8570F4BE6C}" type="presParOf" srcId="{B3A952DC-C17A-477C-82EA-D84BB6988047}" destId="{268D94CE-9C8C-47A0-BF01-2A4318B1F8F0}" srcOrd="0" destOrd="0" presId="urn:microsoft.com/office/officeart/2005/8/layout/orgChart1"/>
    <dgm:cxn modelId="{763FB7B0-926A-4DE9-BBCA-AA3028384BD2}" type="presParOf" srcId="{B3A952DC-C17A-477C-82EA-D84BB6988047}" destId="{C51EC087-837F-40D1-813E-40C747700692}" srcOrd="1" destOrd="0" presId="urn:microsoft.com/office/officeart/2005/8/layout/orgChart1"/>
    <dgm:cxn modelId="{7C0C4071-94EA-42A2-983A-36B2AB6BF8DB}" type="presParOf" srcId="{16D36F30-EA1B-40FB-BEE3-2D2034BEBC69}" destId="{C21D81C9-73FD-48A2-950C-85A347A24FA6}" srcOrd="1" destOrd="0" presId="urn:microsoft.com/office/officeart/2005/8/layout/orgChart1"/>
    <dgm:cxn modelId="{16256D9B-B688-4062-9BAF-DC8C4583B884}" type="presParOf" srcId="{16D36F30-EA1B-40FB-BEE3-2D2034BEBC69}" destId="{C7E85B8D-7452-4292-8853-3E23600C6134}" srcOrd="2" destOrd="0" presId="urn:microsoft.com/office/officeart/2005/8/layout/orgChart1"/>
    <dgm:cxn modelId="{BDCA70D4-AF46-434C-AF29-9EAC84BE77FE}" type="presParOf" srcId="{4C088B04-CFDB-44AD-9070-116DB009968A}" destId="{07038F95-732E-4A3E-AD48-62FB6CC60AF2}" srcOrd="4" destOrd="0" presId="urn:microsoft.com/office/officeart/2005/8/layout/orgChart1"/>
    <dgm:cxn modelId="{8B39984C-5C25-4AB8-A53F-1C94F4D35B14}" type="presParOf" srcId="{4C088B04-CFDB-44AD-9070-116DB009968A}" destId="{8D306D68-2E12-440B-9A10-4932BD6F7A42}" srcOrd="5" destOrd="0" presId="urn:microsoft.com/office/officeart/2005/8/layout/orgChart1"/>
    <dgm:cxn modelId="{0A41277B-62F5-40F9-B4ED-E54E05E9D663}" type="presParOf" srcId="{8D306D68-2E12-440B-9A10-4932BD6F7A42}" destId="{3A526869-B45B-4F6C-BE1E-C5262C6074D8}" srcOrd="0" destOrd="0" presId="urn:microsoft.com/office/officeart/2005/8/layout/orgChart1"/>
    <dgm:cxn modelId="{3B8C0500-A424-441D-9BA8-0A1CAA20E6F8}" type="presParOf" srcId="{3A526869-B45B-4F6C-BE1E-C5262C6074D8}" destId="{169EAEA9-1901-4475-A68E-48FF6728A2C1}" srcOrd="0" destOrd="0" presId="urn:microsoft.com/office/officeart/2005/8/layout/orgChart1"/>
    <dgm:cxn modelId="{70E3BD44-6A38-45A3-9E6E-4AC2DA87CA9F}" type="presParOf" srcId="{3A526869-B45B-4F6C-BE1E-C5262C6074D8}" destId="{8247603E-DBE3-4837-BE22-2639E3EA076F}" srcOrd="1" destOrd="0" presId="urn:microsoft.com/office/officeart/2005/8/layout/orgChart1"/>
    <dgm:cxn modelId="{38A7E698-442C-4EC4-BCAC-0FD7CC4CF7FC}" type="presParOf" srcId="{8D306D68-2E12-440B-9A10-4932BD6F7A42}" destId="{69626280-29BA-4976-8BB9-576E55EF410A}" srcOrd="1" destOrd="0" presId="urn:microsoft.com/office/officeart/2005/8/layout/orgChart1"/>
    <dgm:cxn modelId="{4EA94CFB-4434-420A-BB94-7765A16FACCF}" type="presParOf" srcId="{8D306D68-2E12-440B-9A10-4932BD6F7A42}" destId="{C940CC77-EB04-406D-BCE8-654998508308}" srcOrd="2" destOrd="0" presId="urn:microsoft.com/office/officeart/2005/8/layout/orgChart1"/>
    <dgm:cxn modelId="{055F7C76-7BA5-4D86-9582-93DF0D9EB757}" type="presParOf" srcId="{E5470F01-E575-40B1-97FA-8C6394858DF6}" destId="{FE8A2994-C4F0-4811-934E-6610D48CB903}" srcOrd="2" destOrd="0" presId="urn:microsoft.com/office/officeart/2005/8/layout/orgChart1"/>
    <dgm:cxn modelId="{4586FA47-2969-4E71-80FF-AEC24420400A}" type="presParOf" srcId="{E475438C-BAC6-4CCC-BBBB-D8A7E3C18DB2}" destId="{48FE3F65-4400-417B-9815-D416054E3A3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908A6A-733D-4174-AB00-030F8629485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1F920E-3FE6-4BB6-895C-D518EA4E1506}">
      <dgm:prSet phldrT="[Text]"/>
      <dgm:spPr/>
      <dgm:t>
        <a:bodyPr/>
        <a:lstStyle/>
        <a:p>
          <a:r>
            <a:rPr lang="en-US" dirty="0"/>
            <a:t>Normalizing and Scaling Similarity Values</a:t>
          </a:r>
        </a:p>
      </dgm:t>
    </dgm:pt>
    <dgm:pt modelId="{C3EBA952-C263-499C-940B-529F725F2F16}" type="parTrans" cxnId="{AF58F618-FEC1-4C5C-8341-5AE1DB7234FC}">
      <dgm:prSet/>
      <dgm:spPr/>
      <dgm:t>
        <a:bodyPr/>
        <a:lstStyle/>
        <a:p>
          <a:endParaRPr lang="en-US"/>
        </a:p>
      </dgm:t>
    </dgm:pt>
    <dgm:pt modelId="{052DB627-1F5D-4569-9C99-B00EB6B14634}" type="sibTrans" cxnId="{AF58F618-FEC1-4C5C-8341-5AE1DB7234FC}">
      <dgm:prSet/>
      <dgm:spPr/>
      <dgm:t>
        <a:bodyPr/>
        <a:lstStyle/>
        <a:p>
          <a:endParaRPr lang="en-US"/>
        </a:p>
      </dgm:t>
    </dgm:pt>
    <dgm:pt modelId="{9EE96675-39F0-4726-A963-D171CB0367B5}">
      <dgm:prSet phldrT="[Text]"/>
      <dgm:spPr/>
      <dgm:t>
        <a:bodyPr/>
        <a:lstStyle/>
        <a:p>
          <a:r>
            <a:rPr lang="en-US" dirty="0"/>
            <a:t>ML Models (Regression, Classification, Clustering)</a:t>
          </a:r>
        </a:p>
      </dgm:t>
    </dgm:pt>
    <dgm:pt modelId="{08336002-9B58-4D4E-9D31-F06E3D9FD151}" type="parTrans" cxnId="{917D7C53-79BC-4A59-BC57-322454EBEBEF}">
      <dgm:prSet/>
      <dgm:spPr/>
      <dgm:t>
        <a:bodyPr/>
        <a:lstStyle/>
        <a:p>
          <a:endParaRPr lang="en-US"/>
        </a:p>
      </dgm:t>
    </dgm:pt>
    <dgm:pt modelId="{8CF8F3C5-1111-49D9-AF2F-9218B7BEAD8D}" type="sibTrans" cxnId="{917D7C53-79BC-4A59-BC57-322454EBEBEF}">
      <dgm:prSet/>
      <dgm:spPr/>
      <dgm:t>
        <a:bodyPr/>
        <a:lstStyle/>
        <a:p>
          <a:endParaRPr lang="en-US"/>
        </a:p>
      </dgm:t>
    </dgm:pt>
    <dgm:pt modelId="{10F11DBF-6F58-4A92-AD29-CE03C1CEA13E}">
      <dgm:prSet phldrT="[Text]"/>
      <dgm:spPr/>
      <dgm:t>
        <a:bodyPr/>
        <a:lstStyle/>
        <a:p>
          <a:r>
            <a:rPr lang="en-US" dirty="0"/>
            <a:t>Deep Learning (Neural Networks) Models </a:t>
          </a:r>
        </a:p>
      </dgm:t>
    </dgm:pt>
    <dgm:pt modelId="{FDB51CFF-5CD8-48BB-96D6-8C4FE29E6A6A}" type="parTrans" cxnId="{B26A06B4-9C5E-4EC9-A6C7-1FAA52B53732}">
      <dgm:prSet/>
      <dgm:spPr/>
      <dgm:t>
        <a:bodyPr/>
        <a:lstStyle/>
        <a:p>
          <a:endParaRPr lang="en-US"/>
        </a:p>
      </dgm:t>
    </dgm:pt>
    <dgm:pt modelId="{65D202AF-3BCD-4C0A-94AB-6DC0615887B2}" type="sibTrans" cxnId="{B26A06B4-9C5E-4EC9-A6C7-1FAA52B53732}">
      <dgm:prSet/>
      <dgm:spPr/>
      <dgm:t>
        <a:bodyPr/>
        <a:lstStyle/>
        <a:p>
          <a:endParaRPr lang="en-US"/>
        </a:p>
      </dgm:t>
    </dgm:pt>
    <dgm:pt modelId="{2553F566-BE02-45C0-BD0C-499E66EBE7E5}">
      <dgm:prSet/>
      <dgm:spPr/>
      <dgm:t>
        <a:bodyPr/>
        <a:lstStyle/>
        <a:p>
          <a:r>
            <a:rPr lang="en-US" dirty="0"/>
            <a:t>Ensemble-Models (Merging Different Models)</a:t>
          </a:r>
        </a:p>
      </dgm:t>
    </dgm:pt>
    <dgm:pt modelId="{83F9AE26-9E15-48E0-9879-C07A7C537FEE}" type="parTrans" cxnId="{5EEDAD12-0E6D-48AE-B957-0D3FFFA4A1E8}">
      <dgm:prSet/>
      <dgm:spPr/>
      <dgm:t>
        <a:bodyPr/>
        <a:lstStyle/>
        <a:p>
          <a:endParaRPr lang="en-US"/>
        </a:p>
      </dgm:t>
    </dgm:pt>
    <dgm:pt modelId="{945C3CE3-3F38-407C-B83F-F24726F89BC1}" type="sibTrans" cxnId="{5EEDAD12-0E6D-48AE-B957-0D3FFFA4A1E8}">
      <dgm:prSet/>
      <dgm:spPr/>
      <dgm:t>
        <a:bodyPr/>
        <a:lstStyle/>
        <a:p>
          <a:endParaRPr lang="en-US"/>
        </a:p>
      </dgm:t>
    </dgm:pt>
    <dgm:pt modelId="{41C11FCA-2FDB-4A2B-93E2-2FC0ECFE2E8F}" type="pres">
      <dgm:prSet presAssocID="{62908A6A-733D-4174-AB00-030F8629485A}" presName="linear" presStyleCnt="0">
        <dgm:presLayoutVars>
          <dgm:dir/>
          <dgm:animLvl val="lvl"/>
          <dgm:resizeHandles val="exact"/>
        </dgm:presLayoutVars>
      </dgm:prSet>
      <dgm:spPr/>
    </dgm:pt>
    <dgm:pt modelId="{C4A7D4CF-2283-48A4-9C16-D203375B7D6A}" type="pres">
      <dgm:prSet presAssocID="{E01F920E-3FE6-4BB6-895C-D518EA4E1506}" presName="parentLin" presStyleCnt="0"/>
      <dgm:spPr/>
    </dgm:pt>
    <dgm:pt modelId="{2A6051CC-E547-46CC-9B64-554A7AE348BA}" type="pres">
      <dgm:prSet presAssocID="{E01F920E-3FE6-4BB6-895C-D518EA4E1506}" presName="parentLeftMargin" presStyleLbl="node1" presStyleIdx="0" presStyleCnt="4"/>
      <dgm:spPr/>
    </dgm:pt>
    <dgm:pt modelId="{E2626F63-1B2A-4AEA-93B6-5B11A1DB45AC}" type="pres">
      <dgm:prSet presAssocID="{E01F920E-3FE6-4BB6-895C-D518EA4E15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A04CC4-D305-4C1A-82C2-17783F2BAA38}" type="pres">
      <dgm:prSet presAssocID="{E01F920E-3FE6-4BB6-895C-D518EA4E1506}" presName="negativeSpace" presStyleCnt="0"/>
      <dgm:spPr/>
    </dgm:pt>
    <dgm:pt modelId="{34AE1C6C-04B6-4EE6-97D5-B4F8904C8E47}" type="pres">
      <dgm:prSet presAssocID="{E01F920E-3FE6-4BB6-895C-D518EA4E1506}" presName="childText" presStyleLbl="conFgAcc1" presStyleIdx="0" presStyleCnt="4">
        <dgm:presLayoutVars>
          <dgm:bulletEnabled val="1"/>
        </dgm:presLayoutVars>
      </dgm:prSet>
      <dgm:spPr/>
    </dgm:pt>
    <dgm:pt modelId="{2E137A61-CEB1-459B-9CFF-24A99DB519DC}" type="pres">
      <dgm:prSet presAssocID="{052DB627-1F5D-4569-9C99-B00EB6B14634}" presName="spaceBetweenRectangles" presStyleCnt="0"/>
      <dgm:spPr/>
    </dgm:pt>
    <dgm:pt modelId="{ADC9268C-FA0D-429E-BDF4-9842C4068136}" type="pres">
      <dgm:prSet presAssocID="{9EE96675-39F0-4726-A963-D171CB0367B5}" presName="parentLin" presStyleCnt="0"/>
      <dgm:spPr/>
    </dgm:pt>
    <dgm:pt modelId="{E738E93A-F96B-45F1-A9A8-57042DDF8042}" type="pres">
      <dgm:prSet presAssocID="{9EE96675-39F0-4726-A963-D171CB0367B5}" presName="parentLeftMargin" presStyleLbl="node1" presStyleIdx="0" presStyleCnt="4"/>
      <dgm:spPr/>
    </dgm:pt>
    <dgm:pt modelId="{886FE933-A309-44AA-A230-C106B5CA3915}" type="pres">
      <dgm:prSet presAssocID="{9EE96675-39F0-4726-A963-D171CB0367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5A4246-2A96-41B8-8C61-2964A4B49226}" type="pres">
      <dgm:prSet presAssocID="{9EE96675-39F0-4726-A963-D171CB0367B5}" presName="negativeSpace" presStyleCnt="0"/>
      <dgm:spPr/>
    </dgm:pt>
    <dgm:pt modelId="{2E27E1A1-CF74-42C4-A5EF-A43B600ED178}" type="pres">
      <dgm:prSet presAssocID="{9EE96675-39F0-4726-A963-D171CB0367B5}" presName="childText" presStyleLbl="conFgAcc1" presStyleIdx="1" presStyleCnt="4">
        <dgm:presLayoutVars>
          <dgm:bulletEnabled val="1"/>
        </dgm:presLayoutVars>
      </dgm:prSet>
      <dgm:spPr/>
    </dgm:pt>
    <dgm:pt modelId="{35D73B92-B8FF-4CF0-9612-1FF55F6DB7AC}" type="pres">
      <dgm:prSet presAssocID="{8CF8F3C5-1111-49D9-AF2F-9218B7BEAD8D}" presName="spaceBetweenRectangles" presStyleCnt="0"/>
      <dgm:spPr/>
    </dgm:pt>
    <dgm:pt modelId="{59284F0E-53F9-4B6C-95CC-6EE444B1C050}" type="pres">
      <dgm:prSet presAssocID="{10F11DBF-6F58-4A92-AD29-CE03C1CEA13E}" presName="parentLin" presStyleCnt="0"/>
      <dgm:spPr/>
    </dgm:pt>
    <dgm:pt modelId="{9A609E04-F0A5-49C5-879E-DE56FA7BA190}" type="pres">
      <dgm:prSet presAssocID="{10F11DBF-6F58-4A92-AD29-CE03C1CEA13E}" presName="parentLeftMargin" presStyleLbl="node1" presStyleIdx="1" presStyleCnt="4"/>
      <dgm:spPr/>
    </dgm:pt>
    <dgm:pt modelId="{A42A6497-CA6B-48A5-9027-EEBBE81A256C}" type="pres">
      <dgm:prSet presAssocID="{10F11DBF-6F58-4A92-AD29-CE03C1CEA1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0EDE29-49B3-4973-889F-26542F7E954E}" type="pres">
      <dgm:prSet presAssocID="{10F11DBF-6F58-4A92-AD29-CE03C1CEA13E}" presName="negativeSpace" presStyleCnt="0"/>
      <dgm:spPr/>
    </dgm:pt>
    <dgm:pt modelId="{8371FA92-2A3D-45BE-A354-E724ED00CE11}" type="pres">
      <dgm:prSet presAssocID="{10F11DBF-6F58-4A92-AD29-CE03C1CEA13E}" presName="childText" presStyleLbl="conFgAcc1" presStyleIdx="2" presStyleCnt="4">
        <dgm:presLayoutVars>
          <dgm:bulletEnabled val="1"/>
        </dgm:presLayoutVars>
      </dgm:prSet>
      <dgm:spPr/>
    </dgm:pt>
    <dgm:pt modelId="{14BCD6EF-6B97-433B-A3E9-8A42EF14C679}" type="pres">
      <dgm:prSet presAssocID="{65D202AF-3BCD-4C0A-94AB-6DC0615887B2}" presName="spaceBetweenRectangles" presStyleCnt="0"/>
      <dgm:spPr/>
    </dgm:pt>
    <dgm:pt modelId="{0305712F-7CAC-4AC2-969B-4AD5DDD03E9D}" type="pres">
      <dgm:prSet presAssocID="{2553F566-BE02-45C0-BD0C-499E66EBE7E5}" presName="parentLin" presStyleCnt="0"/>
      <dgm:spPr/>
    </dgm:pt>
    <dgm:pt modelId="{8895578F-B535-4579-A849-4D3B51944D2A}" type="pres">
      <dgm:prSet presAssocID="{2553F566-BE02-45C0-BD0C-499E66EBE7E5}" presName="parentLeftMargin" presStyleLbl="node1" presStyleIdx="2" presStyleCnt="4"/>
      <dgm:spPr/>
    </dgm:pt>
    <dgm:pt modelId="{3A4D3186-9D7E-450A-8EFB-E44B1C6ECE89}" type="pres">
      <dgm:prSet presAssocID="{2553F566-BE02-45C0-BD0C-499E66EBE7E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0F4EB71-F8D0-45CC-B547-445A5AB2CE84}" type="pres">
      <dgm:prSet presAssocID="{2553F566-BE02-45C0-BD0C-499E66EBE7E5}" presName="negativeSpace" presStyleCnt="0"/>
      <dgm:spPr/>
    </dgm:pt>
    <dgm:pt modelId="{39378A7A-BAA4-46E2-AE60-054E7A102354}" type="pres">
      <dgm:prSet presAssocID="{2553F566-BE02-45C0-BD0C-499E66EBE7E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4F0CF08-B201-414D-9C6F-A2B6EB83F252}" type="presOf" srcId="{62908A6A-733D-4174-AB00-030F8629485A}" destId="{41C11FCA-2FDB-4A2B-93E2-2FC0ECFE2E8F}" srcOrd="0" destOrd="0" presId="urn:microsoft.com/office/officeart/2005/8/layout/list1"/>
    <dgm:cxn modelId="{08DD600C-7061-49D6-8698-DCCF2BA7EFF2}" type="presOf" srcId="{9EE96675-39F0-4726-A963-D171CB0367B5}" destId="{E738E93A-F96B-45F1-A9A8-57042DDF8042}" srcOrd="0" destOrd="0" presId="urn:microsoft.com/office/officeart/2005/8/layout/list1"/>
    <dgm:cxn modelId="{7F6E1B0E-DC77-45D9-A1EA-19E61298D453}" type="presOf" srcId="{10F11DBF-6F58-4A92-AD29-CE03C1CEA13E}" destId="{9A609E04-F0A5-49C5-879E-DE56FA7BA190}" srcOrd="0" destOrd="0" presId="urn:microsoft.com/office/officeart/2005/8/layout/list1"/>
    <dgm:cxn modelId="{5EEDAD12-0E6D-48AE-B957-0D3FFFA4A1E8}" srcId="{62908A6A-733D-4174-AB00-030F8629485A}" destId="{2553F566-BE02-45C0-BD0C-499E66EBE7E5}" srcOrd="3" destOrd="0" parTransId="{83F9AE26-9E15-48E0-9879-C07A7C537FEE}" sibTransId="{945C3CE3-3F38-407C-B83F-F24726F89BC1}"/>
    <dgm:cxn modelId="{7E798618-A168-460D-B637-7D2595906473}" type="presOf" srcId="{9EE96675-39F0-4726-A963-D171CB0367B5}" destId="{886FE933-A309-44AA-A230-C106B5CA3915}" srcOrd="1" destOrd="0" presId="urn:microsoft.com/office/officeart/2005/8/layout/list1"/>
    <dgm:cxn modelId="{AF58F618-FEC1-4C5C-8341-5AE1DB7234FC}" srcId="{62908A6A-733D-4174-AB00-030F8629485A}" destId="{E01F920E-3FE6-4BB6-895C-D518EA4E1506}" srcOrd="0" destOrd="0" parTransId="{C3EBA952-C263-499C-940B-529F725F2F16}" sibTransId="{052DB627-1F5D-4569-9C99-B00EB6B14634}"/>
    <dgm:cxn modelId="{FD6F2839-8B77-4F45-9AB5-941E28892DA9}" type="presOf" srcId="{10F11DBF-6F58-4A92-AD29-CE03C1CEA13E}" destId="{A42A6497-CA6B-48A5-9027-EEBBE81A256C}" srcOrd="1" destOrd="0" presId="urn:microsoft.com/office/officeart/2005/8/layout/list1"/>
    <dgm:cxn modelId="{A5490041-38F8-47AB-8803-EEC808A134A5}" type="presOf" srcId="{E01F920E-3FE6-4BB6-895C-D518EA4E1506}" destId="{E2626F63-1B2A-4AEA-93B6-5B11A1DB45AC}" srcOrd="1" destOrd="0" presId="urn:microsoft.com/office/officeart/2005/8/layout/list1"/>
    <dgm:cxn modelId="{2AF9D061-5A76-4EF2-8C08-4FDBD0A82672}" type="presOf" srcId="{2553F566-BE02-45C0-BD0C-499E66EBE7E5}" destId="{3A4D3186-9D7E-450A-8EFB-E44B1C6ECE89}" srcOrd="1" destOrd="0" presId="urn:microsoft.com/office/officeart/2005/8/layout/list1"/>
    <dgm:cxn modelId="{A7D00A50-7406-44DC-BC9C-7FA51C408041}" type="presOf" srcId="{2553F566-BE02-45C0-BD0C-499E66EBE7E5}" destId="{8895578F-B535-4579-A849-4D3B51944D2A}" srcOrd="0" destOrd="0" presId="urn:microsoft.com/office/officeart/2005/8/layout/list1"/>
    <dgm:cxn modelId="{917D7C53-79BC-4A59-BC57-322454EBEBEF}" srcId="{62908A6A-733D-4174-AB00-030F8629485A}" destId="{9EE96675-39F0-4726-A963-D171CB0367B5}" srcOrd="1" destOrd="0" parTransId="{08336002-9B58-4D4E-9D31-F06E3D9FD151}" sibTransId="{8CF8F3C5-1111-49D9-AF2F-9218B7BEAD8D}"/>
    <dgm:cxn modelId="{68C00975-00EE-45E3-AFFA-DA4407E3B4E8}" type="presOf" srcId="{E01F920E-3FE6-4BB6-895C-D518EA4E1506}" destId="{2A6051CC-E547-46CC-9B64-554A7AE348BA}" srcOrd="0" destOrd="0" presId="urn:microsoft.com/office/officeart/2005/8/layout/list1"/>
    <dgm:cxn modelId="{B26A06B4-9C5E-4EC9-A6C7-1FAA52B53732}" srcId="{62908A6A-733D-4174-AB00-030F8629485A}" destId="{10F11DBF-6F58-4A92-AD29-CE03C1CEA13E}" srcOrd="2" destOrd="0" parTransId="{FDB51CFF-5CD8-48BB-96D6-8C4FE29E6A6A}" sibTransId="{65D202AF-3BCD-4C0A-94AB-6DC0615887B2}"/>
    <dgm:cxn modelId="{D6F843CA-54C8-41E7-B2D0-66E760523A6B}" type="presParOf" srcId="{41C11FCA-2FDB-4A2B-93E2-2FC0ECFE2E8F}" destId="{C4A7D4CF-2283-48A4-9C16-D203375B7D6A}" srcOrd="0" destOrd="0" presId="urn:microsoft.com/office/officeart/2005/8/layout/list1"/>
    <dgm:cxn modelId="{86C0C81E-24EB-405E-936F-29FDB61ECFEF}" type="presParOf" srcId="{C4A7D4CF-2283-48A4-9C16-D203375B7D6A}" destId="{2A6051CC-E547-46CC-9B64-554A7AE348BA}" srcOrd="0" destOrd="0" presId="urn:microsoft.com/office/officeart/2005/8/layout/list1"/>
    <dgm:cxn modelId="{50902818-2801-4BC3-A322-AE78BEE5E718}" type="presParOf" srcId="{C4A7D4CF-2283-48A4-9C16-D203375B7D6A}" destId="{E2626F63-1B2A-4AEA-93B6-5B11A1DB45AC}" srcOrd="1" destOrd="0" presId="urn:microsoft.com/office/officeart/2005/8/layout/list1"/>
    <dgm:cxn modelId="{B17F4861-C048-4BA3-B549-1AA5CE9A4294}" type="presParOf" srcId="{41C11FCA-2FDB-4A2B-93E2-2FC0ECFE2E8F}" destId="{DDA04CC4-D305-4C1A-82C2-17783F2BAA38}" srcOrd="1" destOrd="0" presId="urn:microsoft.com/office/officeart/2005/8/layout/list1"/>
    <dgm:cxn modelId="{302AC2FA-4635-488C-9762-D956188DA686}" type="presParOf" srcId="{41C11FCA-2FDB-4A2B-93E2-2FC0ECFE2E8F}" destId="{34AE1C6C-04B6-4EE6-97D5-B4F8904C8E47}" srcOrd="2" destOrd="0" presId="urn:microsoft.com/office/officeart/2005/8/layout/list1"/>
    <dgm:cxn modelId="{1550092C-A771-498D-8061-77E79252291D}" type="presParOf" srcId="{41C11FCA-2FDB-4A2B-93E2-2FC0ECFE2E8F}" destId="{2E137A61-CEB1-459B-9CFF-24A99DB519DC}" srcOrd="3" destOrd="0" presId="urn:microsoft.com/office/officeart/2005/8/layout/list1"/>
    <dgm:cxn modelId="{80668DE6-4D11-4EB0-B778-A5253494E37F}" type="presParOf" srcId="{41C11FCA-2FDB-4A2B-93E2-2FC0ECFE2E8F}" destId="{ADC9268C-FA0D-429E-BDF4-9842C4068136}" srcOrd="4" destOrd="0" presId="urn:microsoft.com/office/officeart/2005/8/layout/list1"/>
    <dgm:cxn modelId="{20B43D37-586D-4E4C-BC80-BE4000FABCED}" type="presParOf" srcId="{ADC9268C-FA0D-429E-BDF4-9842C4068136}" destId="{E738E93A-F96B-45F1-A9A8-57042DDF8042}" srcOrd="0" destOrd="0" presId="urn:microsoft.com/office/officeart/2005/8/layout/list1"/>
    <dgm:cxn modelId="{2C29EB46-81CA-4006-824E-0255982E271E}" type="presParOf" srcId="{ADC9268C-FA0D-429E-BDF4-9842C4068136}" destId="{886FE933-A309-44AA-A230-C106B5CA3915}" srcOrd="1" destOrd="0" presId="urn:microsoft.com/office/officeart/2005/8/layout/list1"/>
    <dgm:cxn modelId="{64300AA4-3CD0-4605-B9A2-CC03C747C0BD}" type="presParOf" srcId="{41C11FCA-2FDB-4A2B-93E2-2FC0ECFE2E8F}" destId="{1A5A4246-2A96-41B8-8C61-2964A4B49226}" srcOrd="5" destOrd="0" presId="urn:microsoft.com/office/officeart/2005/8/layout/list1"/>
    <dgm:cxn modelId="{344DA9E4-2F40-4C49-855F-7C6023B98BAE}" type="presParOf" srcId="{41C11FCA-2FDB-4A2B-93E2-2FC0ECFE2E8F}" destId="{2E27E1A1-CF74-42C4-A5EF-A43B600ED178}" srcOrd="6" destOrd="0" presId="urn:microsoft.com/office/officeart/2005/8/layout/list1"/>
    <dgm:cxn modelId="{389D1D04-5719-47C1-89AA-DD551F078E9A}" type="presParOf" srcId="{41C11FCA-2FDB-4A2B-93E2-2FC0ECFE2E8F}" destId="{35D73B92-B8FF-4CF0-9612-1FF55F6DB7AC}" srcOrd="7" destOrd="0" presId="urn:microsoft.com/office/officeart/2005/8/layout/list1"/>
    <dgm:cxn modelId="{F63C8428-9267-4A7F-8171-4D16BF744DA8}" type="presParOf" srcId="{41C11FCA-2FDB-4A2B-93E2-2FC0ECFE2E8F}" destId="{59284F0E-53F9-4B6C-95CC-6EE444B1C050}" srcOrd="8" destOrd="0" presId="urn:microsoft.com/office/officeart/2005/8/layout/list1"/>
    <dgm:cxn modelId="{493C09FE-B4BF-42F5-81ED-029573C82D41}" type="presParOf" srcId="{59284F0E-53F9-4B6C-95CC-6EE444B1C050}" destId="{9A609E04-F0A5-49C5-879E-DE56FA7BA190}" srcOrd="0" destOrd="0" presId="urn:microsoft.com/office/officeart/2005/8/layout/list1"/>
    <dgm:cxn modelId="{1EAFBEFD-FC50-488A-97D2-40F68C7B5E0A}" type="presParOf" srcId="{59284F0E-53F9-4B6C-95CC-6EE444B1C050}" destId="{A42A6497-CA6B-48A5-9027-EEBBE81A256C}" srcOrd="1" destOrd="0" presId="urn:microsoft.com/office/officeart/2005/8/layout/list1"/>
    <dgm:cxn modelId="{5463809B-C270-4664-8BC4-9042FBC501D2}" type="presParOf" srcId="{41C11FCA-2FDB-4A2B-93E2-2FC0ECFE2E8F}" destId="{2C0EDE29-49B3-4973-889F-26542F7E954E}" srcOrd="9" destOrd="0" presId="urn:microsoft.com/office/officeart/2005/8/layout/list1"/>
    <dgm:cxn modelId="{D1778342-CB9A-4BA7-B554-741164949F1E}" type="presParOf" srcId="{41C11FCA-2FDB-4A2B-93E2-2FC0ECFE2E8F}" destId="{8371FA92-2A3D-45BE-A354-E724ED00CE11}" srcOrd="10" destOrd="0" presId="urn:microsoft.com/office/officeart/2005/8/layout/list1"/>
    <dgm:cxn modelId="{B3BB3594-8A2D-4D94-A49F-87A8882AFCEF}" type="presParOf" srcId="{41C11FCA-2FDB-4A2B-93E2-2FC0ECFE2E8F}" destId="{14BCD6EF-6B97-433B-A3E9-8A42EF14C679}" srcOrd="11" destOrd="0" presId="urn:microsoft.com/office/officeart/2005/8/layout/list1"/>
    <dgm:cxn modelId="{8AA08FA7-9100-4212-B59C-DB44A778CF58}" type="presParOf" srcId="{41C11FCA-2FDB-4A2B-93E2-2FC0ECFE2E8F}" destId="{0305712F-7CAC-4AC2-969B-4AD5DDD03E9D}" srcOrd="12" destOrd="0" presId="urn:microsoft.com/office/officeart/2005/8/layout/list1"/>
    <dgm:cxn modelId="{460D0E13-2C71-45AD-89D4-F20CE827A8A5}" type="presParOf" srcId="{0305712F-7CAC-4AC2-969B-4AD5DDD03E9D}" destId="{8895578F-B535-4579-A849-4D3B51944D2A}" srcOrd="0" destOrd="0" presId="urn:microsoft.com/office/officeart/2005/8/layout/list1"/>
    <dgm:cxn modelId="{286EE760-DB37-4B13-AC67-75A1A8004E16}" type="presParOf" srcId="{0305712F-7CAC-4AC2-969B-4AD5DDD03E9D}" destId="{3A4D3186-9D7E-450A-8EFB-E44B1C6ECE89}" srcOrd="1" destOrd="0" presId="urn:microsoft.com/office/officeart/2005/8/layout/list1"/>
    <dgm:cxn modelId="{67FAE3F8-AADE-4B24-95EC-740BE4864667}" type="presParOf" srcId="{41C11FCA-2FDB-4A2B-93E2-2FC0ECFE2E8F}" destId="{30F4EB71-F8D0-45CC-B547-445A5AB2CE84}" srcOrd="13" destOrd="0" presId="urn:microsoft.com/office/officeart/2005/8/layout/list1"/>
    <dgm:cxn modelId="{5EE1F8D1-AA6A-42FA-9717-0C5DBAC900BF}" type="presParOf" srcId="{41C11FCA-2FDB-4A2B-93E2-2FC0ECFE2E8F}" destId="{39378A7A-BAA4-46E2-AE60-054E7A10235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E80F6B-F533-4EF4-A5AA-59B488164BA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30C5AF-1D90-4F63-AE34-3DD45AF069E6}">
      <dgm:prSet phldrT="[Text]" custT="1"/>
      <dgm:spPr/>
      <dgm:t>
        <a:bodyPr/>
        <a:lstStyle/>
        <a:p>
          <a:r>
            <a:rPr lang="en-US" sz="3200" dirty="0"/>
            <a:t>Quadrated weighted kappa  </a:t>
          </a:r>
        </a:p>
      </dgm:t>
    </dgm:pt>
    <dgm:pt modelId="{77C00DB4-8BD3-4952-84C3-D8885CE3A2B6}" type="parTrans" cxnId="{4BC6FA5F-EF13-45D5-9DD3-4C982C1ED62B}">
      <dgm:prSet/>
      <dgm:spPr/>
      <dgm:t>
        <a:bodyPr/>
        <a:lstStyle/>
        <a:p>
          <a:endParaRPr lang="en-US" sz="1600"/>
        </a:p>
      </dgm:t>
    </dgm:pt>
    <dgm:pt modelId="{2D2D48A5-5229-4118-AA4C-033667AF60BD}" type="sibTrans" cxnId="{4BC6FA5F-EF13-45D5-9DD3-4C982C1ED62B}">
      <dgm:prSet/>
      <dgm:spPr/>
      <dgm:t>
        <a:bodyPr/>
        <a:lstStyle/>
        <a:p>
          <a:endParaRPr lang="en-US" sz="1600"/>
        </a:p>
      </dgm:t>
    </dgm:pt>
    <dgm:pt modelId="{08619A3E-E05B-499F-A8CF-B021017935C8}">
      <dgm:prSet phldrT="[Text]" custT="1"/>
      <dgm:spPr/>
      <dgm:t>
        <a:bodyPr/>
        <a:lstStyle/>
        <a:p>
          <a:r>
            <a:rPr lang="en-US" sz="3200" dirty="0"/>
            <a:t>Mean Absolute Error  </a:t>
          </a:r>
        </a:p>
      </dgm:t>
    </dgm:pt>
    <dgm:pt modelId="{7BF27040-EFD8-42FF-B66D-31A077851933}" type="parTrans" cxnId="{4F869886-9732-4584-B47C-23B8D9C194CB}">
      <dgm:prSet/>
      <dgm:spPr/>
      <dgm:t>
        <a:bodyPr/>
        <a:lstStyle/>
        <a:p>
          <a:endParaRPr lang="en-US" sz="1600"/>
        </a:p>
      </dgm:t>
    </dgm:pt>
    <dgm:pt modelId="{115CDCBB-3CD0-42E8-8A44-6F5D3F776870}" type="sibTrans" cxnId="{4F869886-9732-4584-B47C-23B8D9C194CB}">
      <dgm:prSet/>
      <dgm:spPr/>
      <dgm:t>
        <a:bodyPr/>
        <a:lstStyle/>
        <a:p>
          <a:endParaRPr lang="en-US" sz="1600"/>
        </a:p>
      </dgm:t>
    </dgm:pt>
    <dgm:pt modelId="{A40A9022-7888-4809-8C02-492025825789}">
      <dgm:prSet phldrT="[Text]" custT="1"/>
      <dgm:spPr/>
      <dgm:t>
        <a:bodyPr/>
        <a:lstStyle/>
        <a:p>
          <a:r>
            <a:rPr lang="en-US" sz="3200" dirty="0"/>
            <a:t>Pearson Correlation Coefficient </a:t>
          </a:r>
        </a:p>
      </dgm:t>
    </dgm:pt>
    <dgm:pt modelId="{A9C306E9-FCF9-497C-B16E-5F6F532D54E4}" type="parTrans" cxnId="{B759D9EC-9316-4976-8700-D4B1D598566F}">
      <dgm:prSet/>
      <dgm:spPr/>
      <dgm:t>
        <a:bodyPr/>
        <a:lstStyle/>
        <a:p>
          <a:endParaRPr lang="en-US" sz="1600"/>
        </a:p>
      </dgm:t>
    </dgm:pt>
    <dgm:pt modelId="{C9240BBE-6278-433F-8644-95DE7D03BDE6}" type="sibTrans" cxnId="{B759D9EC-9316-4976-8700-D4B1D598566F}">
      <dgm:prSet/>
      <dgm:spPr/>
      <dgm:t>
        <a:bodyPr/>
        <a:lstStyle/>
        <a:p>
          <a:endParaRPr lang="en-US" sz="1600"/>
        </a:p>
      </dgm:t>
    </dgm:pt>
    <dgm:pt modelId="{4D910083-2C04-4EC0-81BE-3DF238787EEA}" type="pres">
      <dgm:prSet presAssocID="{CDE80F6B-F533-4EF4-A5AA-59B488164BAC}" presName="linear" presStyleCnt="0">
        <dgm:presLayoutVars>
          <dgm:dir/>
          <dgm:animLvl val="lvl"/>
          <dgm:resizeHandles val="exact"/>
        </dgm:presLayoutVars>
      </dgm:prSet>
      <dgm:spPr/>
    </dgm:pt>
    <dgm:pt modelId="{BCCF8661-DC44-416A-B283-53BBD0BD1617}" type="pres">
      <dgm:prSet presAssocID="{9D30C5AF-1D90-4F63-AE34-3DD45AF069E6}" presName="parentLin" presStyleCnt="0"/>
      <dgm:spPr/>
    </dgm:pt>
    <dgm:pt modelId="{46B67F91-BAC9-4611-A1F1-4242B36C6752}" type="pres">
      <dgm:prSet presAssocID="{9D30C5AF-1D90-4F63-AE34-3DD45AF069E6}" presName="parentLeftMargin" presStyleLbl="node1" presStyleIdx="0" presStyleCnt="3"/>
      <dgm:spPr/>
    </dgm:pt>
    <dgm:pt modelId="{3B6EE890-C8A8-4D19-93C4-DC0637547FE9}" type="pres">
      <dgm:prSet presAssocID="{9D30C5AF-1D90-4F63-AE34-3DD45AF069E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874CBB-5A15-4777-8485-7BD219BEAFEF}" type="pres">
      <dgm:prSet presAssocID="{9D30C5AF-1D90-4F63-AE34-3DD45AF069E6}" presName="negativeSpace" presStyleCnt="0"/>
      <dgm:spPr/>
    </dgm:pt>
    <dgm:pt modelId="{0838248B-6F8D-4679-88E9-5FDE802061C4}" type="pres">
      <dgm:prSet presAssocID="{9D30C5AF-1D90-4F63-AE34-3DD45AF069E6}" presName="childText" presStyleLbl="conFgAcc1" presStyleIdx="0" presStyleCnt="3">
        <dgm:presLayoutVars>
          <dgm:bulletEnabled val="1"/>
        </dgm:presLayoutVars>
      </dgm:prSet>
      <dgm:spPr/>
    </dgm:pt>
    <dgm:pt modelId="{616DC232-D9E1-4697-8581-69AF91EFE807}" type="pres">
      <dgm:prSet presAssocID="{2D2D48A5-5229-4118-AA4C-033667AF60BD}" presName="spaceBetweenRectangles" presStyleCnt="0"/>
      <dgm:spPr/>
    </dgm:pt>
    <dgm:pt modelId="{CDC3595C-1216-4D68-BCDA-5B10A503F155}" type="pres">
      <dgm:prSet presAssocID="{08619A3E-E05B-499F-A8CF-B021017935C8}" presName="parentLin" presStyleCnt="0"/>
      <dgm:spPr/>
    </dgm:pt>
    <dgm:pt modelId="{C917005B-782B-4D67-99FC-2EB9698D3003}" type="pres">
      <dgm:prSet presAssocID="{08619A3E-E05B-499F-A8CF-B021017935C8}" presName="parentLeftMargin" presStyleLbl="node1" presStyleIdx="0" presStyleCnt="3"/>
      <dgm:spPr/>
    </dgm:pt>
    <dgm:pt modelId="{6A8133B9-0A03-486A-BB29-FD88EFD5114C}" type="pres">
      <dgm:prSet presAssocID="{08619A3E-E05B-499F-A8CF-B021017935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27EB24-CD10-4F3A-B68B-855AB04BA1DD}" type="pres">
      <dgm:prSet presAssocID="{08619A3E-E05B-499F-A8CF-B021017935C8}" presName="negativeSpace" presStyleCnt="0"/>
      <dgm:spPr/>
    </dgm:pt>
    <dgm:pt modelId="{CB92D46C-168D-4531-94F7-62A9C59E80B1}" type="pres">
      <dgm:prSet presAssocID="{08619A3E-E05B-499F-A8CF-B021017935C8}" presName="childText" presStyleLbl="conFgAcc1" presStyleIdx="1" presStyleCnt="3">
        <dgm:presLayoutVars>
          <dgm:bulletEnabled val="1"/>
        </dgm:presLayoutVars>
      </dgm:prSet>
      <dgm:spPr/>
    </dgm:pt>
    <dgm:pt modelId="{B64E35DE-FA50-48C0-9ED1-B29C1CA0EA35}" type="pres">
      <dgm:prSet presAssocID="{115CDCBB-3CD0-42E8-8A44-6F5D3F776870}" presName="spaceBetweenRectangles" presStyleCnt="0"/>
      <dgm:spPr/>
    </dgm:pt>
    <dgm:pt modelId="{4B8D733B-0CB4-4EDB-B1E7-2D9AAA99AFB0}" type="pres">
      <dgm:prSet presAssocID="{A40A9022-7888-4809-8C02-492025825789}" presName="parentLin" presStyleCnt="0"/>
      <dgm:spPr/>
    </dgm:pt>
    <dgm:pt modelId="{59B1B7CF-A728-40AE-973A-955B909854EC}" type="pres">
      <dgm:prSet presAssocID="{A40A9022-7888-4809-8C02-492025825789}" presName="parentLeftMargin" presStyleLbl="node1" presStyleIdx="1" presStyleCnt="3"/>
      <dgm:spPr/>
    </dgm:pt>
    <dgm:pt modelId="{E2C0CBBB-C06A-4B25-99FA-E4A0AF960F87}" type="pres">
      <dgm:prSet presAssocID="{A40A9022-7888-4809-8C02-49202582578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64A0B78-2617-4DDC-AD59-8A4E327D099E}" type="pres">
      <dgm:prSet presAssocID="{A40A9022-7888-4809-8C02-492025825789}" presName="negativeSpace" presStyleCnt="0"/>
      <dgm:spPr/>
    </dgm:pt>
    <dgm:pt modelId="{A8676568-F4B8-4150-BFEA-434D2F8BD9CE}" type="pres">
      <dgm:prSet presAssocID="{A40A9022-7888-4809-8C02-49202582578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B66B819-A634-46FC-8090-8EDBE6AEAA86}" type="presOf" srcId="{08619A3E-E05B-499F-A8CF-B021017935C8}" destId="{6A8133B9-0A03-486A-BB29-FD88EFD5114C}" srcOrd="1" destOrd="0" presId="urn:microsoft.com/office/officeart/2005/8/layout/list1"/>
    <dgm:cxn modelId="{42A91629-3696-422D-BEC7-1EBF6B6F9776}" type="presOf" srcId="{9D30C5AF-1D90-4F63-AE34-3DD45AF069E6}" destId="{3B6EE890-C8A8-4D19-93C4-DC0637547FE9}" srcOrd="1" destOrd="0" presId="urn:microsoft.com/office/officeart/2005/8/layout/list1"/>
    <dgm:cxn modelId="{4BC6FA5F-EF13-45D5-9DD3-4C982C1ED62B}" srcId="{CDE80F6B-F533-4EF4-A5AA-59B488164BAC}" destId="{9D30C5AF-1D90-4F63-AE34-3DD45AF069E6}" srcOrd="0" destOrd="0" parTransId="{77C00DB4-8BD3-4952-84C3-D8885CE3A2B6}" sibTransId="{2D2D48A5-5229-4118-AA4C-033667AF60BD}"/>
    <dgm:cxn modelId="{427C896C-E918-4C3E-92B9-2B7A523AC527}" type="presOf" srcId="{A40A9022-7888-4809-8C02-492025825789}" destId="{E2C0CBBB-C06A-4B25-99FA-E4A0AF960F87}" srcOrd="1" destOrd="0" presId="urn:microsoft.com/office/officeart/2005/8/layout/list1"/>
    <dgm:cxn modelId="{4F869886-9732-4584-B47C-23B8D9C194CB}" srcId="{CDE80F6B-F533-4EF4-A5AA-59B488164BAC}" destId="{08619A3E-E05B-499F-A8CF-B021017935C8}" srcOrd="1" destOrd="0" parTransId="{7BF27040-EFD8-42FF-B66D-31A077851933}" sibTransId="{115CDCBB-3CD0-42E8-8A44-6F5D3F776870}"/>
    <dgm:cxn modelId="{45514A90-5528-450B-BC9F-09EAFD0A172A}" type="presOf" srcId="{CDE80F6B-F533-4EF4-A5AA-59B488164BAC}" destId="{4D910083-2C04-4EC0-81BE-3DF238787EEA}" srcOrd="0" destOrd="0" presId="urn:microsoft.com/office/officeart/2005/8/layout/list1"/>
    <dgm:cxn modelId="{FF77C6A5-4FA9-4350-A1D8-50DE45A673B3}" type="presOf" srcId="{A40A9022-7888-4809-8C02-492025825789}" destId="{59B1B7CF-A728-40AE-973A-955B909854EC}" srcOrd="0" destOrd="0" presId="urn:microsoft.com/office/officeart/2005/8/layout/list1"/>
    <dgm:cxn modelId="{CFF39AB9-78F9-41B2-96D8-98D10B3AD0E2}" type="presOf" srcId="{9D30C5AF-1D90-4F63-AE34-3DD45AF069E6}" destId="{46B67F91-BAC9-4611-A1F1-4242B36C6752}" srcOrd="0" destOrd="0" presId="urn:microsoft.com/office/officeart/2005/8/layout/list1"/>
    <dgm:cxn modelId="{59A240CF-357D-46B4-9B88-F56EC07B6FD0}" type="presOf" srcId="{08619A3E-E05B-499F-A8CF-B021017935C8}" destId="{C917005B-782B-4D67-99FC-2EB9698D3003}" srcOrd="0" destOrd="0" presId="urn:microsoft.com/office/officeart/2005/8/layout/list1"/>
    <dgm:cxn modelId="{B759D9EC-9316-4976-8700-D4B1D598566F}" srcId="{CDE80F6B-F533-4EF4-A5AA-59B488164BAC}" destId="{A40A9022-7888-4809-8C02-492025825789}" srcOrd="2" destOrd="0" parTransId="{A9C306E9-FCF9-497C-B16E-5F6F532D54E4}" sibTransId="{C9240BBE-6278-433F-8644-95DE7D03BDE6}"/>
    <dgm:cxn modelId="{44805A61-1D8B-464C-AD14-0499E117FC35}" type="presParOf" srcId="{4D910083-2C04-4EC0-81BE-3DF238787EEA}" destId="{BCCF8661-DC44-416A-B283-53BBD0BD1617}" srcOrd="0" destOrd="0" presId="urn:microsoft.com/office/officeart/2005/8/layout/list1"/>
    <dgm:cxn modelId="{AA09FA4E-D0B3-4E3C-8939-623E2034B6CA}" type="presParOf" srcId="{BCCF8661-DC44-416A-B283-53BBD0BD1617}" destId="{46B67F91-BAC9-4611-A1F1-4242B36C6752}" srcOrd="0" destOrd="0" presId="urn:microsoft.com/office/officeart/2005/8/layout/list1"/>
    <dgm:cxn modelId="{933A37C7-0374-4F84-9D62-A44CC348EBCC}" type="presParOf" srcId="{BCCF8661-DC44-416A-B283-53BBD0BD1617}" destId="{3B6EE890-C8A8-4D19-93C4-DC0637547FE9}" srcOrd="1" destOrd="0" presId="urn:microsoft.com/office/officeart/2005/8/layout/list1"/>
    <dgm:cxn modelId="{BDC2E91A-6A8C-48FF-B3D9-0B24B7B8F8F6}" type="presParOf" srcId="{4D910083-2C04-4EC0-81BE-3DF238787EEA}" destId="{03874CBB-5A15-4777-8485-7BD219BEAFEF}" srcOrd="1" destOrd="0" presId="urn:microsoft.com/office/officeart/2005/8/layout/list1"/>
    <dgm:cxn modelId="{89F601A3-579A-4382-BFE5-9B2594A8F3D8}" type="presParOf" srcId="{4D910083-2C04-4EC0-81BE-3DF238787EEA}" destId="{0838248B-6F8D-4679-88E9-5FDE802061C4}" srcOrd="2" destOrd="0" presId="urn:microsoft.com/office/officeart/2005/8/layout/list1"/>
    <dgm:cxn modelId="{96A9A201-DB38-4F54-A0C0-BEDB524B3195}" type="presParOf" srcId="{4D910083-2C04-4EC0-81BE-3DF238787EEA}" destId="{616DC232-D9E1-4697-8581-69AF91EFE807}" srcOrd="3" destOrd="0" presId="urn:microsoft.com/office/officeart/2005/8/layout/list1"/>
    <dgm:cxn modelId="{0F84EDB4-5BD3-4739-92BB-15E5265D1B4D}" type="presParOf" srcId="{4D910083-2C04-4EC0-81BE-3DF238787EEA}" destId="{CDC3595C-1216-4D68-BCDA-5B10A503F155}" srcOrd="4" destOrd="0" presId="urn:microsoft.com/office/officeart/2005/8/layout/list1"/>
    <dgm:cxn modelId="{7D6144F3-E67E-4BFA-A7BE-4BED5FB3A9C3}" type="presParOf" srcId="{CDC3595C-1216-4D68-BCDA-5B10A503F155}" destId="{C917005B-782B-4D67-99FC-2EB9698D3003}" srcOrd="0" destOrd="0" presId="urn:microsoft.com/office/officeart/2005/8/layout/list1"/>
    <dgm:cxn modelId="{B63FFB86-8B73-4B4B-B11D-276AE933617E}" type="presParOf" srcId="{CDC3595C-1216-4D68-BCDA-5B10A503F155}" destId="{6A8133B9-0A03-486A-BB29-FD88EFD5114C}" srcOrd="1" destOrd="0" presId="urn:microsoft.com/office/officeart/2005/8/layout/list1"/>
    <dgm:cxn modelId="{BD484BD0-E89C-4D99-A8C6-56CA2FEF04E0}" type="presParOf" srcId="{4D910083-2C04-4EC0-81BE-3DF238787EEA}" destId="{1B27EB24-CD10-4F3A-B68B-855AB04BA1DD}" srcOrd="5" destOrd="0" presId="urn:microsoft.com/office/officeart/2005/8/layout/list1"/>
    <dgm:cxn modelId="{08809BAB-D99F-46C1-A080-0ECBF5C9ECC4}" type="presParOf" srcId="{4D910083-2C04-4EC0-81BE-3DF238787EEA}" destId="{CB92D46C-168D-4531-94F7-62A9C59E80B1}" srcOrd="6" destOrd="0" presId="urn:microsoft.com/office/officeart/2005/8/layout/list1"/>
    <dgm:cxn modelId="{7164AFF5-DCD3-487A-853E-5045F3E6B0B0}" type="presParOf" srcId="{4D910083-2C04-4EC0-81BE-3DF238787EEA}" destId="{B64E35DE-FA50-48C0-9ED1-B29C1CA0EA35}" srcOrd="7" destOrd="0" presId="urn:microsoft.com/office/officeart/2005/8/layout/list1"/>
    <dgm:cxn modelId="{868006CC-6C31-47A5-8D62-F365E4EF05B1}" type="presParOf" srcId="{4D910083-2C04-4EC0-81BE-3DF238787EEA}" destId="{4B8D733B-0CB4-4EDB-B1E7-2D9AAA99AFB0}" srcOrd="8" destOrd="0" presId="urn:microsoft.com/office/officeart/2005/8/layout/list1"/>
    <dgm:cxn modelId="{C78EE20C-24CD-47F2-AD7D-DF28015C5044}" type="presParOf" srcId="{4B8D733B-0CB4-4EDB-B1E7-2D9AAA99AFB0}" destId="{59B1B7CF-A728-40AE-973A-955B909854EC}" srcOrd="0" destOrd="0" presId="urn:microsoft.com/office/officeart/2005/8/layout/list1"/>
    <dgm:cxn modelId="{3F54FDCA-D47F-4F38-927C-26F1B014F08D}" type="presParOf" srcId="{4B8D733B-0CB4-4EDB-B1E7-2D9AAA99AFB0}" destId="{E2C0CBBB-C06A-4B25-99FA-E4A0AF960F87}" srcOrd="1" destOrd="0" presId="urn:microsoft.com/office/officeart/2005/8/layout/list1"/>
    <dgm:cxn modelId="{485D537D-0F7C-487E-94C2-7344F75BACC4}" type="presParOf" srcId="{4D910083-2C04-4EC0-81BE-3DF238787EEA}" destId="{864A0B78-2617-4DDC-AD59-8A4E327D099E}" srcOrd="9" destOrd="0" presId="urn:microsoft.com/office/officeart/2005/8/layout/list1"/>
    <dgm:cxn modelId="{EEE2A5A5-87E0-440D-AE2C-6B4376985108}" type="presParOf" srcId="{4D910083-2C04-4EC0-81BE-3DF238787EEA}" destId="{A8676568-F4B8-4150-BFEA-434D2F8BD9C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351F00-F361-4A73-A702-4C9EBFE294AB}" type="doc">
      <dgm:prSet loTypeId="urn:microsoft.com/office/officeart/2005/8/layout/orgChart1" loCatId="hierarchy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6C8D89-ED7F-4EE0-945D-132A84ECF838}">
      <dgm:prSet phldrT="[Text]" custT="1"/>
      <dgm:spPr/>
      <dgm:t>
        <a:bodyPr/>
        <a:lstStyle/>
        <a:p>
          <a:r>
            <a:rPr lang="en-US" sz="2400" b="1" dirty="0"/>
            <a:t>Features</a:t>
          </a:r>
        </a:p>
      </dgm:t>
    </dgm:pt>
    <dgm:pt modelId="{5D3A6D39-F978-48EE-81F1-057DF4CE9010}" type="parTrans" cxnId="{0C666462-3845-463A-B003-1C2CD6C97954}">
      <dgm:prSet/>
      <dgm:spPr/>
      <dgm:t>
        <a:bodyPr/>
        <a:lstStyle/>
        <a:p>
          <a:endParaRPr lang="en-US" sz="2400"/>
        </a:p>
      </dgm:t>
    </dgm:pt>
    <dgm:pt modelId="{FB0F2C95-D499-4555-8C75-2862BBCBC795}" type="sibTrans" cxnId="{0C666462-3845-463A-B003-1C2CD6C97954}">
      <dgm:prSet/>
      <dgm:spPr/>
      <dgm:t>
        <a:bodyPr/>
        <a:lstStyle/>
        <a:p>
          <a:endParaRPr lang="en-US" sz="2400"/>
        </a:p>
      </dgm:t>
    </dgm:pt>
    <dgm:pt modelId="{92D94EB6-7F2C-40DC-815F-F494CF572BAC}">
      <dgm:prSet phldrT="[Text]" custT="1"/>
      <dgm:spPr/>
      <dgm:t>
        <a:bodyPr/>
        <a:lstStyle/>
        <a:p>
          <a:r>
            <a:rPr lang="en-US" sz="2400" b="1" dirty="0"/>
            <a:t>Statistical</a:t>
          </a:r>
        </a:p>
      </dgm:t>
    </dgm:pt>
    <dgm:pt modelId="{DBF34D2D-DE5B-4B46-B4AA-2033DE7EC649}" type="parTrans" cxnId="{065ED471-AFFC-428D-B7C8-E75443B0B86D}">
      <dgm:prSet/>
      <dgm:spPr/>
      <dgm:t>
        <a:bodyPr/>
        <a:lstStyle/>
        <a:p>
          <a:endParaRPr lang="en-US" sz="2400"/>
        </a:p>
      </dgm:t>
    </dgm:pt>
    <dgm:pt modelId="{ECB404E4-5BCA-429E-8501-30D83686A93C}" type="sibTrans" cxnId="{065ED471-AFFC-428D-B7C8-E75443B0B86D}">
      <dgm:prSet/>
      <dgm:spPr/>
      <dgm:t>
        <a:bodyPr/>
        <a:lstStyle/>
        <a:p>
          <a:endParaRPr lang="en-US" sz="2400"/>
        </a:p>
      </dgm:t>
    </dgm:pt>
    <dgm:pt modelId="{C58D7BF8-F982-4DB6-99A9-57CBF25C0FC3}">
      <dgm:prSet phldrT="[Text]" custT="1"/>
      <dgm:spPr/>
      <dgm:t>
        <a:bodyPr/>
        <a:lstStyle/>
        <a:p>
          <a:r>
            <a:rPr lang="en-US" sz="2400" b="1" dirty="0"/>
            <a:t>Style-Based</a:t>
          </a:r>
        </a:p>
      </dgm:t>
    </dgm:pt>
    <dgm:pt modelId="{0D80F493-7632-40E8-BD61-842155CA62FC}" type="parTrans" cxnId="{4AADDDCB-DFDC-4053-B7BF-701A59F4FF61}">
      <dgm:prSet/>
      <dgm:spPr/>
      <dgm:t>
        <a:bodyPr/>
        <a:lstStyle/>
        <a:p>
          <a:endParaRPr lang="en-US" sz="2400"/>
        </a:p>
      </dgm:t>
    </dgm:pt>
    <dgm:pt modelId="{D754ECF6-9A84-464E-BE25-2DB76E3584A0}" type="sibTrans" cxnId="{4AADDDCB-DFDC-4053-B7BF-701A59F4FF61}">
      <dgm:prSet/>
      <dgm:spPr/>
      <dgm:t>
        <a:bodyPr/>
        <a:lstStyle/>
        <a:p>
          <a:endParaRPr lang="en-US" sz="2400"/>
        </a:p>
      </dgm:t>
    </dgm:pt>
    <dgm:pt modelId="{550BE612-8688-480D-A81E-F047F64C25DD}">
      <dgm:prSet phldrT="[Text]" custT="1"/>
      <dgm:spPr/>
      <dgm:t>
        <a:bodyPr/>
        <a:lstStyle/>
        <a:p>
          <a:r>
            <a:rPr lang="en-US" sz="2400" b="1" dirty="0"/>
            <a:t>Content-Based</a:t>
          </a:r>
        </a:p>
      </dgm:t>
    </dgm:pt>
    <dgm:pt modelId="{A6763AA2-A4D2-40A6-9B08-9F18D3791E3D}" type="parTrans" cxnId="{ABF9B1BD-2ED0-43D9-8057-F0454343FAF9}">
      <dgm:prSet/>
      <dgm:spPr/>
      <dgm:t>
        <a:bodyPr/>
        <a:lstStyle/>
        <a:p>
          <a:endParaRPr lang="en-US" sz="2400"/>
        </a:p>
      </dgm:t>
    </dgm:pt>
    <dgm:pt modelId="{7B72CFCA-9E08-40B5-9E60-AD2A1B8BCAE6}" type="sibTrans" cxnId="{ABF9B1BD-2ED0-43D9-8057-F0454343FAF9}">
      <dgm:prSet/>
      <dgm:spPr/>
      <dgm:t>
        <a:bodyPr/>
        <a:lstStyle/>
        <a:p>
          <a:endParaRPr lang="en-US" sz="2400"/>
        </a:p>
      </dgm:t>
    </dgm:pt>
    <dgm:pt modelId="{69D548DC-9561-4F40-93CB-EA045DE40392}" type="pres">
      <dgm:prSet presAssocID="{46351F00-F361-4A73-A702-4C9EBFE294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519B824-D9C9-4475-AF20-AD19FBD6FE7E}" type="pres">
      <dgm:prSet presAssocID="{BD6C8D89-ED7F-4EE0-945D-132A84ECF838}" presName="hierRoot1" presStyleCnt="0">
        <dgm:presLayoutVars>
          <dgm:hierBranch val="init"/>
        </dgm:presLayoutVars>
      </dgm:prSet>
      <dgm:spPr/>
    </dgm:pt>
    <dgm:pt modelId="{2BB104B7-FC6A-4140-BD15-F3C20E8DDC5A}" type="pres">
      <dgm:prSet presAssocID="{BD6C8D89-ED7F-4EE0-945D-132A84ECF838}" presName="rootComposite1" presStyleCnt="0"/>
      <dgm:spPr/>
    </dgm:pt>
    <dgm:pt modelId="{ED9F889F-EAC5-4588-824D-CA38A4BB4314}" type="pres">
      <dgm:prSet presAssocID="{BD6C8D89-ED7F-4EE0-945D-132A84ECF838}" presName="rootText1" presStyleLbl="node0" presStyleIdx="0" presStyleCnt="1">
        <dgm:presLayoutVars>
          <dgm:chPref val="3"/>
        </dgm:presLayoutVars>
      </dgm:prSet>
      <dgm:spPr/>
    </dgm:pt>
    <dgm:pt modelId="{F4F4F8D8-51AD-4F06-B3F8-8107E59965CB}" type="pres">
      <dgm:prSet presAssocID="{BD6C8D89-ED7F-4EE0-945D-132A84ECF838}" presName="rootConnector1" presStyleLbl="node1" presStyleIdx="0" presStyleCnt="0"/>
      <dgm:spPr/>
    </dgm:pt>
    <dgm:pt modelId="{D20637BA-3B25-4A7C-843A-6A0267E9B96B}" type="pres">
      <dgm:prSet presAssocID="{BD6C8D89-ED7F-4EE0-945D-132A84ECF838}" presName="hierChild2" presStyleCnt="0"/>
      <dgm:spPr/>
    </dgm:pt>
    <dgm:pt modelId="{E985C895-42F7-499F-B3EA-6B4FE1D2CC42}" type="pres">
      <dgm:prSet presAssocID="{DBF34D2D-DE5B-4B46-B4AA-2033DE7EC649}" presName="Name37" presStyleLbl="parChTrans1D2" presStyleIdx="0" presStyleCnt="3"/>
      <dgm:spPr/>
    </dgm:pt>
    <dgm:pt modelId="{51010FB1-6A7B-4F9A-9C06-F2F7327BF686}" type="pres">
      <dgm:prSet presAssocID="{92D94EB6-7F2C-40DC-815F-F494CF572BAC}" presName="hierRoot2" presStyleCnt="0">
        <dgm:presLayoutVars>
          <dgm:hierBranch val="init"/>
        </dgm:presLayoutVars>
      </dgm:prSet>
      <dgm:spPr/>
    </dgm:pt>
    <dgm:pt modelId="{56F62ABF-AFC8-491E-B5C7-DEEC9F20EFFD}" type="pres">
      <dgm:prSet presAssocID="{92D94EB6-7F2C-40DC-815F-F494CF572BAC}" presName="rootComposite" presStyleCnt="0"/>
      <dgm:spPr/>
    </dgm:pt>
    <dgm:pt modelId="{8A14C1E1-C978-4878-AF7C-553CB8F5B48C}" type="pres">
      <dgm:prSet presAssocID="{92D94EB6-7F2C-40DC-815F-F494CF572BAC}" presName="rootText" presStyleLbl="node2" presStyleIdx="0" presStyleCnt="3">
        <dgm:presLayoutVars>
          <dgm:chPref val="3"/>
        </dgm:presLayoutVars>
      </dgm:prSet>
      <dgm:spPr/>
    </dgm:pt>
    <dgm:pt modelId="{3FC22FCC-AF61-4774-AE20-1A7AC1C597E6}" type="pres">
      <dgm:prSet presAssocID="{92D94EB6-7F2C-40DC-815F-F494CF572BAC}" presName="rootConnector" presStyleLbl="node2" presStyleIdx="0" presStyleCnt="3"/>
      <dgm:spPr/>
    </dgm:pt>
    <dgm:pt modelId="{E4E08495-F2A4-41E3-99C3-6750CBAAC14B}" type="pres">
      <dgm:prSet presAssocID="{92D94EB6-7F2C-40DC-815F-F494CF572BAC}" presName="hierChild4" presStyleCnt="0"/>
      <dgm:spPr/>
    </dgm:pt>
    <dgm:pt modelId="{736703F6-F9E1-4B3C-A800-56F90E8BB646}" type="pres">
      <dgm:prSet presAssocID="{92D94EB6-7F2C-40DC-815F-F494CF572BAC}" presName="hierChild5" presStyleCnt="0"/>
      <dgm:spPr/>
    </dgm:pt>
    <dgm:pt modelId="{9716072D-80DE-4FE3-B5F5-8D32E043F039}" type="pres">
      <dgm:prSet presAssocID="{0D80F493-7632-40E8-BD61-842155CA62FC}" presName="Name37" presStyleLbl="parChTrans1D2" presStyleIdx="1" presStyleCnt="3"/>
      <dgm:spPr/>
    </dgm:pt>
    <dgm:pt modelId="{52B6DD51-724E-4A3A-ADDE-AC5E32B3089D}" type="pres">
      <dgm:prSet presAssocID="{C58D7BF8-F982-4DB6-99A9-57CBF25C0FC3}" presName="hierRoot2" presStyleCnt="0">
        <dgm:presLayoutVars>
          <dgm:hierBranch val="init"/>
        </dgm:presLayoutVars>
      </dgm:prSet>
      <dgm:spPr/>
    </dgm:pt>
    <dgm:pt modelId="{4B0DC300-C503-4C0A-8A64-6BAABD7961DD}" type="pres">
      <dgm:prSet presAssocID="{C58D7BF8-F982-4DB6-99A9-57CBF25C0FC3}" presName="rootComposite" presStyleCnt="0"/>
      <dgm:spPr/>
    </dgm:pt>
    <dgm:pt modelId="{53FF591C-42BF-45EC-A312-772FAD56CD28}" type="pres">
      <dgm:prSet presAssocID="{C58D7BF8-F982-4DB6-99A9-57CBF25C0FC3}" presName="rootText" presStyleLbl="node2" presStyleIdx="1" presStyleCnt="3">
        <dgm:presLayoutVars>
          <dgm:chPref val="3"/>
        </dgm:presLayoutVars>
      </dgm:prSet>
      <dgm:spPr/>
    </dgm:pt>
    <dgm:pt modelId="{C0E50E83-CD56-44B7-893E-E1EC3C5676C8}" type="pres">
      <dgm:prSet presAssocID="{C58D7BF8-F982-4DB6-99A9-57CBF25C0FC3}" presName="rootConnector" presStyleLbl="node2" presStyleIdx="1" presStyleCnt="3"/>
      <dgm:spPr/>
    </dgm:pt>
    <dgm:pt modelId="{678C29EB-FC2F-476E-B7F7-9339EAA96470}" type="pres">
      <dgm:prSet presAssocID="{C58D7BF8-F982-4DB6-99A9-57CBF25C0FC3}" presName="hierChild4" presStyleCnt="0"/>
      <dgm:spPr/>
    </dgm:pt>
    <dgm:pt modelId="{9EF81915-8367-423C-A8F2-588CD06CE240}" type="pres">
      <dgm:prSet presAssocID="{C58D7BF8-F982-4DB6-99A9-57CBF25C0FC3}" presName="hierChild5" presStyleCnt="0"/>
      <dgm:spPr/>
    </dgm:pt>
    <dgm:pt modelId="{69D362E6-1066-477C-BB8F-2E8DB5EF9A84}" type="pres">
      <dgm:prSet presAssocID="{A6763AA2-A4D2-40A6-9B08-9F18D3791E3D}" presName="Name37" presStyleLbl="parChTrans1D2" presStyleIdx="2" presStyleCnt="3"/>
      <dgm:spPr/>
    </dgm:pt>
    <dgm:pt modelId="{87FA9596-E02C-4D36-A552-AB1567116583}" type="pres">
      <dgm:prSet presAssocID="{550BE612-8688-480D-A81E-F047F64C25DD}" presName="hierRoot2" presStyleCnt="0">
        <dgm:presLayoutVars>
          <dgm:hierBranch val="init"/>
        </dgm:presLayoutVars>
      </dgm:prSet>
      <dgm:spPr/>
    </dgm:pt>
    <dgm:pt modelId="{A83E8CA3-90A1-409F-8CF7-2C22321A2837}" type="pres">
      <dgm:prSet presAssocID="{550BE612-8688-480D-A81E-F047F64C25DD}" presName="rootComposite" presStyleCnt="0"/>
      <dgm:spPr/>
    </dgm:pt>
    <dgm:pt modelId="{D01E47EA-DD2C-4DE4-A73E-3458F2F68318}" type="pres">
      <dgm:prSet presAssocID="{550BE612-8688-480D-A81E-F047F64C25DD}" presName="rootText" presStyleLbl="node2" presStyleIdx="2" presStyleCnt="3">
        <dgm:presLayoutVars>
          <dgm:chPref val="3"/>
        </dgm:presLayoutVars>
      </dgm:prSet>
      <dgm:spPr/>
    </dgm:pt>
    <dgm:pt modelId="{BE698480-B192-4B9E-A5A7-7ED744D2E4F9}" type="pres">
      <dgm:prSet presAssocID="{550BE612-8688-480D-A81E-F047F64C25DD}" presName="rootConnector" presStyleLbl="node2" presStyleIdx="2" presStyleCnt="3"/>
      <dgm:spPr/>
    </dgm:pt>
    <dgm:pt modelId="{E634500D-3F23-4EAA-A152-A4BF11528D3D}" type="pres">
      <dgm:prSet presAssocID="{550BE612-8688-480D-A81E-F047F64C25DD}" presName="hierChild4" presStyleCnt="0"/>
      <dgm:spPr/>
    </dgm:pt>
    <dgm:pt modelId="{5325D761-7598-4E62-9805-92DEE26FF09D}" type="pres">
      <dgm:prSet presAssocID="{550BE612-8688-480D-A81E-F047F64C25DD}" presName="hierChild5" presStyleCnt="0"/>
      <dgm:spPr/>
    </dgm:pt>
    <dgm:pt modelId="{B5DC3844-E5AA-4B33-BD4C-8EF65C61A947}" type="pres">
      <dgm:prSet presAssocID="{BD6C8D89-ED7F-4EE0-945D-132A84ECF838}" presName="hierChild3" presStyleCnt="0"/>
      <dgm:spPr/>
    </dgm:pt>
  </dgm:ptLst>
  <dgm:cxnLst>
    <dgm:cxn modelId="{7F7F5B09-FB0F-4B41-8A79-D06715985D1B}" type="presOf" srcId="{A6763AA2-A4D2-40A6-9B08-9F18D3791E3D}" destId="{69D362E6-1066-477C-BB8F-2E8DB5EF9A84}" srcOrd="0" destOrd="0" presId="urn:microsoft.com/office/officeart/2005/8/layout/orgChart1"/>
    <dgm:cxn modelId="{71EB2A13-B315-46CB-975E-5C4886AA51AC}" type="presOf" srcId="{C58D7BF8-F982-4DB6-99A9-57CBF25C0FC3}" destId="{53FF591C-42BF-45EC-A312-772FAD56CD28}" srcOrd="0" destOrd="0" presId="urn:microsoft.com/office/officeart/2005/8/layout/orgChart1"/>
    <dgm:cxn modelId="{67AC372B-6A30-4E56-887A-5F4D3F28F433}" type="presOf" srcId="{92D94EB6-7F2C-40DC-815F-F494CF572BAC}" destId="{8A14C1E1-C978-4878-AF7C-553CB8F5B48C}" srcOrd="0" destOrd="0" presId="urn:microsoft.com/office/officeart/2005/8/layout/orgChart1"/>
    <dgm:cxn modelId="{15C24537-EA98-4683-800D-B11DAF745F6E}" type="presOf" srcId="{DBF34D2D-DE5B-4B46-B4AA-2033DE7EC649}" destId="{E985C895-42F7-499F-B3EA-6B4FE1D2CC42}" srcOrd="0" destOrd="0" presId="urn:microsoft.com/office/officeart/2005/8/layout/orgChart1"/>
    <dgm:cxn modelId="{0C666462-3845-463A-B003-1C2CD6C97954}" srcId="{46351F00-F361-4A73-A702-4C9EBFE294AB}" destId="{BD6C8D89-ED7F-4EE0-945D-132A84ECF838}" srcOrd="0" destOrd="0" parTransId="{5D3A6D39-F978-48EE-81F1-057DF4CE9010}" sibTransId="{FB0F2C95-D499-4555-8C75-2862BBCBC795}"/>
    <dgm:cxn modelId="{92F9BC44-AF26-43FB-8F55-3839D5F74426}" type="presOf" srcId="{46351F00-F361-4A73-A702-4C9EBFE294AB}" destId="{69D548DC-9561-4F40-93CB-EA045DE40392}" srcOrd="0" destOrd="0" presId="urn:microsoft.com/office/officeart/2005/8/layout/orgChart1"/>
    <dgm:cxn modelId="{065ED471-AFFC-428D-B7C8-E75443B0B86D}" srcId="{BD6C8D89-ED7F-4EE0-945D-132A84ECF838}" destId="{92D94EB6-7F2C-40DC-815F-F494CF572BAC}" srcOrd="0" destOrd="0" parTransId="{DBF34D2D-DE5B-4B46-B4AA-2033DE7EC649}" sibTransId="{ECB404E4-5BCA-429E-8501-30D83686A93C}"/>
    <dgm:cxn modelId="{C8E6AF7D-93FD-4A1F-97D6-85F62AB1B731}" type="presOf" srcId="{BD6C8D89-ED7F-4EE0-945D-132A84ECF838}" destId="{ED9F889F-EAC5-4588-824D-CA38A4BB4314}" srcOrd="0" destOrd="0" presId="urn:microsoft.com/office/officeart/2005/8/layout/orgChart1"/>
    <dgm:cxn modelId="{FFAEC794-71DE-447C-B954-30E1CB7AA64D}" type="presOf" srcId="{550BE612-8688-480D-A81E-F047F64C25DD}" destId="{BE698480-B192-4B9E-A5A7-7ED744D2E4F9}" srcOrd="1" destOrd="0" presId="urn:microsoft.com/office/officeart/2005/8/layout/orgChart1"/>
    <dgm:cxn modelId="{F1676EA2-5CFA-4E96-851B-5C3CB851C52E}" type="presOf" srcId="{0D80F493-7632-40E8-BD61-842155CA62FC}" destId="{9716072D-80DE-4FE3-B5F5-8D32E043F039}" srcOrd="0" destOrd="0" presId="urn:microsoft.com/office/officeart/2005/8/layout/orgChart1"/>
    <dgm:cxn modelId="{30D140B5-D148-4AC0-BB66-9DBF4C8B1243}" type="presOf" srcId="{550BE612-8688-480D-A81E-F047F64C25DD}" destId="{D01E47EA-DD2C-4DE4-A73E-3458F2F68318}" srcOrd="0" destOrd="0" presId="urn:microsoft.com/office/officeart/2005/8/layout/orgChart1"/>
    <dgm:cxn modelId="{ABF9B1BD-2ED0-43D9-8057-F0454343FAF9}" srcId="{BD6C8D89-ED7F-4EE0-945D-132A84ECF838}" destId="{550BE612-8688-480D-A81E-F047F64C25DD}" srcOrd="2" destOrd="0" parTransId="{A6763AA2-A4D2-40A6-9B08-9F18D3791E3D}" sibTransId="{7B72CFCA-9E08-40B5-9E60-AD2A1B8BCAE6}"/>
    <dgm:cxn modelId="{4AADDDCB-DFDC-4053-B7BF-701A59F4FF61}" srcId="{BD6C8D89-ED7F-4EE0-945D-132A84ECF838}" destId="{C58D7BF8-F982-4DB6-99A9-57CBF25C0FC3}" srcOrd="1" destOrd="0" parTransId="{0D80F493-7632-40E8-BD61-842155CA62FC}" sibTransId="{D754ECF6-9A84-464E-BE25-2DB76E3584A0}"/>
    <dgm:cxn modelId="{943031DB-F249-40C2-B3D6-49BB8A33361C}" type="presOf" srcId="{C58D7BF8-F982-4DB6-99A9-57CBF25C0FC3}" destId="{C0E50E83-CD56-44B7-893E-E1EC3C5676C8}" srcOrd="1" destOrd="0" presId="urn:microsoft.com/office/officeart/2005/8/layout/orgChart1"/>
    <dgm:cxn modelId="{E57ACCDB-31B8-4F78-8C10-9B9077E5AE69}" type="presOf" srcId="{BD6C8D89-ED7F-4EE0-945D-132A84ECF838}" destId="{F4F4F8D8-51AD-4F06-B3F8-8107E59965CB}" srcOrd="1" destOrd="0" presId="urn:microsoft.com/office/officeart/2005/8/layout/orgChart1"/>
    <dgm:cxn modelId="{348D67F0-0996-428E-8EF8-332D781F663C}" type="presOf" srcId="{92D94EB6-7F2C-40DC-815F-F494CF572BAC}" destId="{3FC22FCC-AF61-4774-AE20-1A7AC1C597E6}" srcOrd="1" destOrd="0" presId="urn:microsoft.com/office/officeart/2005/8/layout/orgChart1"/>
    <dgm:cxn modelId="{94548B78-956D-424C-A82E-E7307FC3B196}" type="presParOf" srcId="{69D548DC-9561-4F40-93CB-EA045DE40392}" destId="{D519B824-D9C9-4475-AF20-AD19FBD6FE7E}" srcOrd="0" destOrd="0" presId="urn:microsoft.com/office/officeart/2005/8/layout/orgChart1"/>
    <dgm:cxn modelId="{FE5E3593-9A78-4A97-8E47-7DB90C881C9E}" type="presParOf" srcId="{D519B824-D9C9-4475-AF20-AD19FBD6FE7E}" destId="{2BB104B7-FC6A-4140-BD15-F3C20E8DDC5A}" srcOrd="0" destOrd="0" presId="urn:microsoft.com/office/officeart/2005/8/layout/orgChart1"/>
    <dgm:cxn modelId="{44C1D483-5F36-4509-8FDF-4FEA9F5EEEEB}" type="presParOf" srcId="{2BB104B7-FC6A-4140-BD15-F3C20E8DDC5A}" destId="{ED9F889F-EAC5-4588-824D-CA38A4BB4314}" srcOrd="0" destOrd="0" presId="urn:microsoft.com/office/officeart/2005/8/layout/orgChart1"/>
    <dgm:cxn modelId="{9C459DB6-D040-4701-A66E-9071E5F1D00A}" type="presParOf" srcId="{2BB104B7-FC6A-4140-BD15-F3C20E8DDC5A}" destId="{F4F4F8D8-51AD-4F06-B3F8-8107E59965CB}" srcOrd="1" destOrd="0" presId="urn:microsoft.com/office/officeart/2005/8/layout/orgChart1"/>
    <dgm:cxn modelId="{D7F05036-B15C-44D1-A410-3F1A9EF69361}" type="presParOf" srcId="{D519B824-D9C9-4475-AF20-AD19FBD6FE7E}" destId="{D20637BA-3B25-4A7C-843A-6A0267E9B96B}" srcOrd="1" destOrd="0" presId="urn:microsoft.com/office/officeart/2005/8/layout/orgChart1"/>
    <dgm:cxn modelId="{6B6C768E-C1E8-49B7-ACC9-58A502D09377}" type="presParOf" srcId="{D20637BA-3B25-4A7C-843A-6A0267E9B96B}" destId="{E985C895-42F7-499F-B3EA-6B4FE1D2CC42}" srcOrd="0" destOrd="0" presId="urn:microsoft.com/office/officeart/2005/8/layout/orgChart1"/>
    <dgm:cxn modelId="{A8516F29-FC2F-4373-AC42-54949D5EC051}" type="presParOf" srcId="{D20637BA-3B25-4A7C-843A-6A0267E9B96B}" destId="{51010FB1-6A7B-4F9A-9C06-F2F7327BF686}" srcOrd="1" destOrd="0" presId="urn:microsoft.com/office/officeart/2005/8/layout/orgChart1"/>
    <dgm:cxn modelId="{0D4C59EC-A55E-4B9E-9B69-0B9D8BE339F6}" type="presParOf" srcId="{51010FB1-6A7B-4F9A-9C06-F2F7327BF686}" destId="{56F62ABF-AFC8-491E-B5C7-DEEC9F20EFFD}" srcOrd="0" destOrd="0" presId="urn:microsoft.com/office/officeart/2005/8/layout/orgChart1"/>
    <dgm:cxn modelId="{DB7D9F0A-DC98-416E-8D6C-989EAAE7415D}" type="presParOf" srcId="{56F62ABF-AFC8-491E-B5C7-DEEC9F20EFFD}" destId="{8A14C1E1-C978-4878-AF7C-553CB8F5B48C}" srcOrd="0" destOrd="0" presId="urn:microsoft.com/office/officeart/2005/8/layout/orgChart1"/>
    <dgm:cxn modelId="{05B25B81-BF1D-4E9D-8CA4-F6BA68F391B7}" type="presParOf" srcId="{56F62ABF-AFC8-491E-B5C7-DEEC9F20EFFD}" destId="{3FC22FCC-AF61-4774-AE20-1A7AC1C597E6}" srcOrd="1" destOrd="0" presId="urn:microsoft.com/office/officeart/2005/8/layout/orgChart1"/>
    <dgm:cxn modelId="{961C8DFD-8650-4192-A0C7-F745EF71ADD8}" type="presParOf" srcId="{51010FB1-6A7B-4F9A-9C06-F2F7327BF686}" destId="{E4E08495-F2A4-41E3-99C3-6750CBAAC14B}" srcOrd="1" destOrd="0" presId="urn:microsoft.com/office/officeart/2005/8/layout/orgChart1"/>
    <dgm:cxn modelId="{F378ABCE-F146-4796-BF13-2ADDFF360448}" type="presParOf" srcId="{51010FB1-6A7B-4F9A-9C06-F2F7327BF686}" destId="{736703F6-F9E1-4B3C-A800-56F90E8BB646}" srcOrd="2" destOrd="0" presId="urn:microsoft.com/office/officeart/2005/8/layout/orgChart1"/>
    <dgm:cxn modelId="{256F7444-CECE-44F2-AA0D-76E128857713}" type="presParOf" srcId="{D20637BA-3B25-4A7C-843A-6A0267E9B96B}" destId="{9716072D-80DE-4FE3-B5F5-8D32E043F039}" srcOrd="2" destOrd="0" presId="urn:microsoft.com/office/officeart/2005/8/layout/orgChart1"/>
    <dgm:cxn modelId="{B037610E-4C49-4A67-A94D-76217EE126DA}" type="presParOf" srcId="{D20637BA-3B25-4A7C-843A-6A0267E9B96B}" destId="{52B6DD51-724E-4A3A-ADDE-AC5E32B3089D}" srcOrd="3" destOrd="0" presId="urn:microsoft.com/office/officeart/2005/8/layout/orgChart1"/>
    <dgm:cxn modelId="{58DE043B-9CB5-4B77-9F06-53484D53F7AC}" type="presParOf" srcId="{52B6DD51-724E-4A3A-ADDE-AC5E32B3089D}" destId="{4B0DC300-C503-4C0A-8A64-6BAABD7961DD}" srcOrd="0" destOrd="0" presId="urn:microsoft.com/office/officeart/2005/8/layout/orgChart1"/>
    <dgm:cxn modelId="{22F16130-015B-40E5-ACA0-B62EA54FCDF9}" type="presParOf" srcId="{4B0DC300-C503-4C0A-8A64-6BAABD7961DD}" destId="{53FF591C-42BF-45EC-A312-772FAD56CD28}" srcOrd="0" destOrd="0" presId="urn:microsoft.com/office/officeart/2005/8/layout/orgChart1"/>
    <dgm:cxn modelId="{9E82B87E-BE61-455D-9028-B27FA7B91B7C}" type="presParOf" srcId="{4B0DC300-C503-4C0A-8A64-6BAABD7961DD}" destId="{C0E50E83-CD56-44B7-893E-E1EC3C5676C8}" srcOrd="1" destOrd="0" presId="urn:microsoft.com/office/officeart/2005/8/layout/orgChart1"/>
    <dgm:cxn modelId="{6241E67F-A5C4-4569-B452-DD5F92D2C4CE}" type="presParOf" srcId="{52B6DD51-724E-4A3A-ADDE-AC5E32B3089D}" destId="{678C29EB-FC2F-476E-B7F7-9339EAA96470}" srcOrd="1" destOrd="0" presId="urn:microsoft.com/office/officeart/2005/8/layout/orgChart1"/>
    <dgm:cxn modelId="{A96439C2-A17E-4BD1-887C-85457AEB9217}" type="presParOf" srcId="{52B6DD51-724E-4A3A-ADDE-AC5E32B3089D}" destId="{9EF81915-8367-423C-A8F2-588CD06CE240}" srcOrd="2" destOrd="0" presId="urn:microsoft.com/office/officeart/2005/8/layout/orgChart1"/>
    <dgm:cxn modelId="{BBE1F8AE-49F0-4217-A202-141D11EF8E87}" type="presParOf" srcId="{D20637BA-3B25-4A7C-843A-6A0267E9B96B}" destId="{69D362E6-1066-477C-BB8F-2E8DB5EF9A84}" srcOrd="4" destOrd="0" presId="urn:microsoft.com/office/officeart/2005/8/layout/orgChart1"/>
    <dgm:cxn modelId="{41D58434-0939-441B-A6BB-8F9CB801CDAE}" type="presParOf" srcId="{D20637BA-3B25-4A7C-843A-6A0267E9B96B}" destId="{87FA9596-E02C-4D36-A552-AB1567116583}" srcOrd="5" destOrd="0" presId="urn:microsoft.com/office/officeart/2005/8/layout/orgChart1"/>
    <dgm:cxn modelId="{30E865C0-55A3-4BA7-B3BF-DFE335BFA4D5}" type="presParOf" srcId="{87FA9596-E02C-4D36-A552-AB1567116583}" destId="{A83E8CA3-90A1-409F-8CF7-2C22321A2837}" srcOrd="0" destOrd="0" presId="urn:microsoft.com/office/officeart/2005/8/layout/orgChart1"/>
    <dgm:cxn modelId="{DCAB87EA-6205-4299-B233-48FB3D7A8A75}" type="presParOf" srcId="{A83E8CA3-90A1-409F-8CF7-2C22321A2837}" destId="{D01E47EA-DD2C-4DE4-A73E-3458F2F68318}" srcOrd="0" destOrd="0" presId="urn:microsoft.com/office/officeart/2005/8/layout/orgChart1"/>
    <dgm:cxn modelId="{E32A6346-DCC4-4AEE-B1EA-4F9B5B45177B}" type="presParOf" srcId="{A83E8CA3-90A1-409F-8CF7-2C22321A2837}" destId="{BE698480-B192-4B9E-A5A7-7ED744D2E4F9}" srcOrd="1" destOrd="0" presId="urn:microsoft.com/office/officeart/2005/8/layout/orgChart1"/>
    <dgm:cxn modelId="{2715C175-D7C7-47A8-B7B4-D22F2A0EEDE7}" type="presParOf" srcId="{87FA9596-E02C-4D36-A552-AB1567116583}" destId="{E634500D-3F23-4EAA-A152-A4BF11528D3D}" srcOrd="1" destOrd="0" presId="urn:microsoft.com/office/officeart/2005/8/layout/orgChart1"/>
    <dgm:cxn modelId="{172EEDBF-A45B-4FE5-A7A9-98AF514B906F}" type="presParOf" srcId="{87FA9596-E02C-4D36-A552-AB1567116583}" destId="{5325D761-7598-4E62-9805-92DEE26FF09D}" srcOrd="2" destOrd="0" presId="urn:microsoft.com/office/officeart/2005/8/layout/orgChart1"/>
    <dgm:cxn modelId="{A48EE92D-70D9-4E84-A0EB-22630EA3EB47}" type="presParOf" srcId="{D519B824-D9C9-4475-AF20-AD19FBD6FE7E}" destId="{B5DC3844-E5AA-4B33-BD4C-8EF65C61A94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D630CB-E9BF-4C2C-A5E3-D2FA8FDC050C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B6962D-1049-4E01-A7CC-D093C2E3BD3E}">
      <dgm:prSet phldrT="[Text]" custT="1"/>
      <dgm:spPr/>
      <dgm:t>
        <a:bodyPr/>
        <a:lstStyle/>
        <a:p>
          <a:r>
            <a:rPr lang="en-US" sz="1800" dirty="0"/>
            <a:t>Samples of </a:t>
          </a:r>
          <a:r>
            <a:rPr lang="en-US" sz="1800" b="1" dirty="0"/>
            <a:t>Statistical</a:t>
          </a:r>
          <a:r>
            <a:rPr lang="en-US" sz="1800" dirty="0"/>
            <a:t> Features</a:t>
          </a:r>
        </a:p>
      </dgm:t>
    </dgm:pt>
    <dgm:pt modelId="{172EBCBF-CEB8-460D-B2E1-27E8D89C8403}" type="parTrans" cxnId="{6743C3A1-D8DB-4993-8648-3380FC3CC691}">
      <dgm:prSet/>
      <dgm:spPr/>
      <dgm:t>
        <a:bodyPr/>
        <a:lstStyle/>
        <a:p>
          <a:endParaRPr lang="en-US" sz="1800"/>
        </a:p>
      </dgm:t>
    </dgm:pt>
    <dgm:pt modelId="{27C2975F-9204-4F2C-940A-F8DCABD5C79A}" type="sibTrans" cxnId="{6743C3A1-D8DB-4993-8648-3380FC3CC691}">
      <dgm:prSet/>
      <dgm:spPr/>
      <dgm:t>
        <a:bodyPr/>
        <a:lstStyle/>
        <a:p>
          <a:endParaRPr lang="en-US" sz="1800"/>
        </a:p>
      </dgm:t>
    </dgm:pt>
    <dgm:pt modelId="{C358EAF2-8312-4E1C-B0DC-478946131109}">
      <dgm:prSet phldrT="[Text]" custT="1"/>
      <dgm:spPr/>
      <dgm:t>
        <a:bodyPr/>
        <a:lstStyle/>
        <a:p>
          <a:r>
            <a:rPr lang="en-US" sz="1600" b="1" dirty="0"/>
            <a:t>Essay length </a:t>
          </a:r>
        </a:p>
      </dgm:t>
    </dgm:pt>
    <dgm:pt modelId="{F24E80FA-6DB8-4A54-9F6F-3BBF04B3BF18}" type="parTrans" cxnId="{790166D4-3BC4-45FC-A51A-050E2412716B}">
      <dgm:prSet/>
      <dgm:spPr/>
      <dgm:t>
        <a:bodyPr/>
        <a:lstStyle/>
        <a:p>
          <a:endParaRPr lang="en-US" sz="1800"/>
        </a:p>
      </dgm:t>
    </dgm:pt>
    <dgm:pt modelId="{161C1221-B124-4CDE-A39F-49B46A7ABF50}" type="sibTrans" cxnId="{790166D4-3BC4-45FC-A51A-050E2412716B}">
      <dgm:prSet/>
      <dgm:spPr/>
      <dgm:t>
        <a:bodyPr/>
        <a:lstStyle/>
        <a:p>
          <a:endParaRPr lang="en-US" sz="1800"/>
        </a:p>
      </dgm:t>
    </dgm:pt>
    <dgm:pt modelId="{39074658-8BB5-4DE4-8FB8-48C459FD0923}">
      <dgm:prSet phldrT="[Text]" custT="1"/>
      <dgm:spPr/>
      <dgm:t>
        <a:bodyPr/>
        <a:lstStyle/>
        <a:p>
          <a:r>
            <a:rPr lang="en-US" sz="1800" dirty="0"/>
            <a:t>Samples of </a:t>
          </a:r>
          <a:r>
            <a:rPr lang="en-US" sz="1800" b="1" dirty="0"/>
            <a:t>Style-based</a:t>
          </a:r>
          <a:r>
            <a:rPr lang="en-US" sz="1800" dirty="0"/>
            <a:t> Features</a:t>
          </a:r>
        </a:p>
      </dgm:t>
    </dgm:pt>
    <dgm:pt modelId="{589D1D2F-DA06-489F-959D-79DD9EC7BFCC}" type="parTrans" cxnId="{C9ADD956-1C45-4E6A-BE74-144050DC0F60}">
      <dgm:prSet/>
      <dgm:spPr/>
      <dgm:t>
        <a:bodyPr/>
        <a:lstStyle/>
        <a:p>
          <a:endParaRPr lang="en-US" sz="1800"/>
        </a:p>
      </dgm:t>
    </dgm:pt>
    <dgm:pt modelId="{58E0D593-A078-46DD-BFE6-6021DF7E0B1B}" type="sibTrans" cxnId="{C9ADD956-1C45-4E6A-BE74-144050DC0F60}">
      <dgm:prSet/>
      <dgm:spPr/>
      <dgm:t>
        <a:bodyPr/>
        <a:lstStyle/>
        <a:p>
          <a:endParaRPr lang="en-US" sz="1800"/>
        </a:p>
      </dgm:t>
    </dgm:pt>
    <dgm:pt modelId="{38FC68B7-A21F-4404-B40A-8BF67C964017}">
      <dgm:prSet phldrT="[Text]" custT="1"/>
      <dgm:spPr/>
      <dgm:t>
        <a:bodyPr/>
        <a:lstStyle/>
        <a:p>
          <a:r>
            <a:rPr lang="en-US" sz="1600" b="1" dirty="0"/>
            <a:t>Word Choice</a:t>
          </a:r>
        </a:p>
      </dgm:t>
    </dgm:pt>
    <dgm:pt modelId="{E9DD3659-12A0-44F9-852A-81FF0CD5D4E8}" type="parTrans" cxnId="{C08B56C8-9ADD-4D3A-ADED-27FB54716857}">
      <dgm:prSet/>
      <dgm:spPr/>
      <dgm:t>
        <a:bodyPr/>
        <a:lstStyle/>
        <a:p>
          <a:endParaRPr lang="en-US" sz="1800"/>
        </a:p>
      </dgm:t>
    </dgm:pt>
    <dgm:pt modelId="{9964656A-133C-4A40-ACC4-73184B24F724}" type="sibTrans" cxnId="{C08B56C8-9ADD-4D3A-ADED-27FB54716857}">
      <dgm:prSet/>
      <dgm:spPr/>
      <dgm:t>
        <a:bodyPr/>
        <a:lstStyle/>
        <a:p>
          <a:endParaRPr lang="en-US" sz="1800"/>
        </a:p>
      </dgm:t>
    </dgm:pt>
    <dgm:pt modelId="{063E8B21-676C-40DF-BAC3-71FBEED34CDB}">
      <dgm:prSet phldrT="[Text]" custT="1"/>
      <dgm:spPr/>
      <dgm:t>
        <a:bodyPr/>
        <a:lstStyle/>
        <a:p>
          <a:r>
            <a:rPr lang="en-US" sz="1800" dirty="0"/>
            <a:t>Samples of </a:t>
          </a:r>
          <a:r>
            <a:rPr lang="en-US" sz="1800" b="1" dirty="0"/>
            <a:t>Content-Based</a:t>
          </a:r>
          <a:r>
            <a:rPr lang="en-US" sz="1800" dirty="0"/>
            <a:t> Features</a:t>
          </a:r>
        </a:p>
      </dgm:t>
    </dgm:pt>
    <dgm:pt modelId="{BE05A42C-D253-4DAE-B10A-4C02F4E3177D}" type="parTrans" cxnId="{CC82338E-F1F3-4E41-AA0E-BAD7D8F980B6}">
      <dgm:prSet/>
      <dgm:spPr/>
      <dgm:t>
        <a:bodyPr/>
        <a:lstStyle/>
        <a:p>
          <a:endParaRPr lang="en-US" sz="1800"/>
        </a:p>
      </dgm:t>
    </dgm:pt>
    <dgm:pt modelId="{C42A73A3-0B28-4831-B1DF-C0D3B8B915E2}" type="sibTrans" cxnId="{CC82338E-F1F3-4E41-AA0E-BAD7D8F980B6}">
      <dgm:prSet/>
      <dgm:spPr/>
      <dgm:t>
        <a:bodyPr/>
        <a:lstStyle/>
        <a:p>
          <a:endParaRPr lang="en-US" sz="1800"/>
        </a:p>
      </dgm:t>
    </dgm:pt>
    <dgm:pt modelId="{A6E9A598-88C6-4C68-A24F-A5C082B90677}">
      <dgm:prSet phldrT="[Text]" custT="1"/>
      <dgm:spPr/>
      <dgm:t>
        <a:bodyPr/>
        <a:lstStyle/>
        <a:p>
          <a:r>
            <a:rPr lang="en-US" sz="1600" b="1" dirty="0"/>
            <a:t>Cohesion</a:t>
          </a:r>
        </a:p>
      </dgm:t>
    </dgm:pt>
    <dgm:pt modelId="{469D8C1F-3BA8-4274-A7A0-FBC118D6902B}" type="parTrans" cxnId="{66BB5985-B104-43C9-BEDC-6C7B4C1AF0B6}">
      <dgm:prSet/>
      <dgm:spPr/>
      <dgm:t>
        <a:bodyPr/>
        <a:lstStyle/>
        <a:p>
          <a:endParaRPr lang="en-US" sz="1800"/>
        </a:p>
      </dgm:t>
    </dgm:pt>
    <dgm:pt modelId="{68CD951D-7F0C-4486-8B7E-105768D7ABBE}" type="sibTrans" cxnId="{66BB5985-B104-43C9-BEDC-6C7B4C1AF0B6}">
      <dgm:prSet/>
      <dgm:spPr/>
      <dgm:t>
        <a:bodyPr/>
        <a:lstStyle/>
        <a:p>
          <a:endParaRPr lang="en-US" sz="1800"/>
        </a:p>
      </dgm:t>
    </dgm:pt>
    <dgm:pt modelId="{48E0FCDD-E63E-46A9-A70B-971ADCE21B33}">
      <dgm:prSet phldrT="[Text]" custT="1"/>
      <dgm:spPr/>
      <dgm:t>
        <a:bodyPr/>
        <a:lstStyle/>
        <a:p>
          <a:r>
            <a:rPr lang="en-US" sz="1600" b="1" dirty="0"/>
            <a:t>Relevance of information</a:t>
          </a:r>
        </a:p>
      </dgm:t>
    </dgm:pt>
    <dgm:pt modelId="{45EA8758-935E-4629-B8ED-16313C1C2395}" type="parTrans" cxnId="{F96C3AB5-F3FC-4336-806C-4931F0F446CD}">
      <dgm:prSet/>
      <dgm:spPr/>
      <dgm:t>
        <a:bodyPr/>
        <a:lstStyle/>
        <a:p>
          <a:endParaRPr lang="en-US" sz="1800"/>
        </a:p>
      </dgm:t>
    </dgm:pt>
    <dgm:pt modelId="{3417278F-9AB8-4E3F-8758-86EFA79E1E14}" type="sibTrans" cxnId="{F96C3AB5-F3FC-4336-806C-4931F0F446CD}">
      <dgm:prSet/>
      <dgm:spPr/>
      <dgm:t>
        <a:bodyPr/>
        <a:lstStyle/>
        <a:p>
          <a:endParaRPr lang="en-US" sz="1800"/>
        </a:p>
      </dgm:t>
    </dgm:pt>
    <dgm:pt modelId="{49FFD4B5-DABB-4CF2-941F-C8CB83B2DF5B}">
      <dgm:prSet custT="1"/>
      <dgm:spPr/>
      <dgm:t>
        <a:bodyPr/>
        <a:lstStyle/>
        <a:p>
          <a:r>
            <a:rPr lang="en-US" sz="1600" b="1" dirty="0"/>
            <a:t>Number of sentences</a:t>
          </a:r>
        </a:p>
      </dgm:t>
    </dgm:pt>
    <dgm:pt modelId="{D039BC28-C8A8-437E-9B7A-2CDF13AB56F7}" type="parTrans" cxnId="{B441C16E-9382-4B5E-917B-137D8FB52AD5}">
      <dgm:prSet/>
      <dgm:spPr/>
      <dgm:t>
        <a:bodyPr/>
        <a:lstStyle/>
        <a:p>
          <a:endParaRPr lang="en-US"/>
        </a:p>
      </dgm:t>
    </dgm:pt>
    <dgm:pt modelId="{5F3B8E08-7F65-475F-BC68-527646D41BA8}" type="sibTrans" cxnId="{B441C16E-9382-4B5E-917B-137D8FB52AD5}">
      <dgm:prSet/>
      <dgm:spPr/>
      <dgm:t>
        <a:bodyPr/>
        <a:lstStyle/>
        <a:p>
          <a:endParaRPr lang="en-US"/>
        </a:p>
      </dgm:t>
    </dgm:pt>
    <dgm:pt modelId="{5AFA7804-0F4C-468D-901A-7DE4DB7DD998}">
      <dgm:prSet custT="1"/>
      <dgm:spPr/>
      <dgm:t>
        <a:bodyPr/>
        <a:lstStyle/>
        <a:p>
          <a:r>
            <a:rPr lang="en-US" sz="1600" b="1" dirty="0"/>
            <a:t>sentence length</a:t>
          </a:r>
        </a:p>
      </dgm:t>
    </dgm:pt>
    <dgm:pt modelId="{63E6E9F5-46A4-4F7E-96FD-4A81BA36CBD0}" type="parTrans" cxnId="{2957CAFF-98A0-4A8A-9A6A-FDE98607FF80}">
      <dgm:prSet/>
      <dgm:spPr/>
      <dgm:t>
        <a:bodyPr/>
        <a:lstStyle/>
        <a:p>
          <a:endParaRPr lang="en-US"/>
        </a:p>
      </dgm:t>
    </dgm:pt>
    <dgm:pt modelId="{FE5F7B92-1570-4CF8-AE00-C48B0B6904DE}" type="sibTrans" cxnId="{2957CAFF-98A0-4A8A-9A6A-FDE98607FF80}">
      <dgm:prSet/>
      <dgm:spPr/>
      <dgm:t>
        <a:bodyPr/>
        <a:lstStyle/>
        <a:p>
          <a:endParaRPr lang="en-US"/>
        </a:p>
      </dgm:t>
    </dgm:pt>
    <dgm:pt modelId="{5B723D9C-414F-4C5A-A613-9DCA0A03B2DA}">
      <dgm:prSet custT="1"/>
      <dgm:spPr/>
      <dgm:t>
        <a:bodyPr/>
        <a:lstStyle/>
        <a:p>
          <a:r>
            <a:rPr lang="en-US" sz="1600" b="1" dirty="0"/>
            <a:t>Word length</a:t>
          </a:r>
        </a:p>
      </dgm:t>
    </dgm:pt>
    <dgm:pt modelId="{844A690C-2395-4441-A8C7-1B6C16E6D97A}" type="parTrans" cxnId="{554844DE-B53A-4689-A819-F0C7C6DD41D0}">
      <dgm:prSet/>
      <dgm:spPr/>
      <dgm:t>
        <a:bodyPr/>
        <a:lstStyle/>
        <a:p>
          <a:endParaRPr lang="en-US"/>
        </a:p>
      </dgm:t>
    </dgm:pt>
    <dgm:pt modelId="{8AEB676F-D519-45A8-A5CE-FD52701B7656}" type="sibTrans" cxnId="{554844DE-B53A-4689-A819-F0C7C6DD41D0}">
      <dgm:prSet/>
      <dgm:spPr/>
      <dgm:t>
        <a:bodyPr/>
        <a:lstStyle/>
        <a:p>
          <a:endParaRPr lang="en-US"/>
        </a:p>
      </dgm:t>
    </dgm:pt>
    <dgm:pt modelId="{E9726B2C-D22E-4A19-A2E0-86441640E336}">
      <dgm:prSet custT="1"/>
      <dgm:spPr/>
      <dgm:t>
        <a:bodyPr/>
        <a:lstStyle/>
        <a:p>
          <a:r>
            <a:rPr lang="en-US" sz="1600" b="1" dirty="0"/>
            <a:t>N-grams</a:t>
          </a:r>
        </a:p>
      </dgm:t>
    </dgm:pt>
    <dgm:pt modelId="{D17A77C3-9639-4CB3-B0AD-A171B4C2E205}" type="parTrans" cxnId="{E7D22F5C-2C9E-4C32-937B-484C96866902}">
      <dgm:prSet/>
      <dgm:spPr/>
      <dgm:t>
        <a:bodyPr/>
        <a:lstStyle/>
        <a:p>
          <a:endParaRPr lang="en-US"/>
        </a:p>
      </dgm:t>
    </dgm:pt>
    <dgm:pt modelId="{8FCF2753-42C8-4C65-A8CF-99CC0CFB095C}" type="sibTrans" cxnId="{E7D22F5C-2C9E-4C32-937B-484C96866902}">
      <dgm:prSet/>
      <dgm:spPr/>
      <dgm:t>
        <a:bodyPr/>
        <a:lstStyle/>
        <a:p>
          <a:endParaRPr lang="en-US"/>
        </a:p>
      </dgm:t>
    </dgm:pt>
    <dgm:pt modelId="{8EF757D8-B3BB-44FE-A136-D1B4F2D6C801}">
      <dgm:prSet custT="1"/>
      <dgm:spPr/>
      <dgm:t>
        <a:bodyPr/>
        <a:lstStyle/>
        <a:p>
          <a:r>
            <a:rPr lang="en-US" sz="1600" b="1" dirty="0"/>
            <a:t>Sentence Structure &amp; Syntax</a:t>
          </a:r>
        </a:p>
      </dgm:t>
    </dgm:pt>
    <dgm:pt modelId="{5D641B68-5973-4C94-9F28-B58E2E2209C5}" type="parTrans" cxnId="{9DEB9FD6-2768-41D8-9BC2-F0DAC6E0B112}">
      <dgm:prSet/>
      <dgm:spPr/>
      <dgm:t>
        <a:bodyPr/>
        <a:lstStyle/>
        <a:p>
          <a:endParaRPr lang="en-US"/>
        </a:p>
      </dgm:t>
    </dgm:pt>
    <dgm:pt modelId="{8E1CB6CE-547F-45C7-9389-76EA121E935D}" type="sibTrans" cxnId="{9DEB9FD6-2768-41D8-9BC2-F0DAC6E0B112}">
      <dgm:prSet/>
      <dgm:spPr/>
      <dgm:t>
        <a:bodyPr/>
        <a:lstStyle/>
        <a:p>
          <a:endParaRPr lang="en-US"/>
        </a:p>
      </dgm:t>
    </dgm:pt>
    <dgm:pt modelId="{9BCC191F-3062-47E7-8746-C2FE8A3D3E61}">
      <dgm:prSet custT="1"/>
      <dgm:spPr/>
      <dgm:t>
        <a:bodyPr/>
        <a:lstStyle/>
        <a:p>
          <a:r>
            <a:rPr lang="en-US" sz="1600" b="1" dirty="0"/>
            <a:t>Punctuations &amp; Conjunctions</a:t>
          </a:r>
        </a:p>
      </dgm:t>
    </dgm:pt>
    <dgm:pt modelId="{C2535955-99FB-49DF-9CD3-9C4C4310166E}" type="parTrans" cxnId="{B3E63DD7-65C8-4A32-A903-4AF4769D8D28}">
      <dgm:prSet/>
      <dgm:spPr/>
      <dgm:t>
        <a:bodyPr/>
        <a:lstStyle/>
        <a:p>
          <a:endParaRPr lang="en-US"/>
        </a:p>
      </dgm:t>
    </dgm:pt>
    <dgm:pt modelId="{816ED5A7-8B9C-4C2D-96F4-C03C2F25512F}" type="sibTrans" cxnId="{B3E63DD7-65C8-4A32-A903-4AF4769D8D28}">
      <dgm:prSet/>
      <dgm:spPr/>
      <dgm:t>
        <a:bodyPr/>
        <a:lstStyle/>
        <a:p>
          <a:endParaRPr lang="en-US"/>
        </a:p>
      </dgm:t>
    </dgm:pt>
    <dgm:pt modelId="{CCDF429E-468C-420C-A468-0F4BB2ED197F}">
      <dgm:prSet custT="1"/>
      <dgm:spPr/>
      <dgm:t>
        <a:bodyPr/>
        <a:lstStyle/>
        <a:p>
          <a:r>
            <a:rPr lang="en-US" sz="1600" b="1" dirty="0"/>
            <a:t>Part of Speech (POS)</a:t>
          </a:r>
        </a:p>
      </dgm:t>
    </dgm:pt>
    <dgm:pt modelId="{8453575E-CA34-4829-B1D0-1FF283D1077A}" type="parTrans" cxnId="{6A6F2E5B-6205-4B8F-BB64-4228EE9FA04E}">
      <dgm:prSet/>
      <dgm:spPr/>
      <dgm:t>
        <a:bodyPr/>
        <a:lstStyle/>
        <a:p>
          <a:endParaRPr lang="en-US"/>
        </a:p>
      </dgm:t>
    </dgm:pt>
    <dgm:pt modelId="{1891A967-6601-4F5D-95CE-5EA776E66365}" type="sibTrans" cxnId="{6A6F2E5B-6205-4B8F-BB64-4228EE9FA04E}">
      <dgm:prSet/>
      <dgm:spPr/>
      <dgm:t>
        <a:bodyPr/>
        <a:lstStyle/>
        <a:p>
          <a:endParaRPr lang="en-US"/>
        </a:p>
      </dgm:t>
    </dgm:pt>
    <dgm:pt modelId="{419DCE8A-5911-4D6C-BCCD-68B828CE895A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600" b="1" dirty="0"/>
            <a:t>Number of Nouns, Verbs, Adjectives, Adverbs</a:t>
          </a:r>
        </a:p>
      </dgm:t>
    </dgm:pt>
    <dgm:pt modelId="{DDD728B9-936A-475B-BF57-C28F1F084123}" type="parTrans" cxnId="{32CB06AA-E7EC-4F92-81DE-546CAC875E67}">
      <dgm:prSet/>
      <dgm:spPr/>
      <dgm:t>
        <a:bodyPr/>
        <a:lstStyle/>
        <a:p>
          <a:endParaRPr lang="en-US"/>
        </a:p>
      </dgm:t>
    </dgm:pt>
    <dgm:pt modelId="{31EFCC1F-A46E-430B-AD58-A9F69D45FEB7}" type="sibTrans" cxnId="{32CB06AA-E7EC-4F92-81DE-546CAC875E67}">
      <dgm:prSet/>
      <dgm:spPr/>
      <dgm:t>
        <a:bodyPr/>
        <a:lstStyle/>
        <a:p>
          <a:endParaRPr lang="en-US"/>
        </a:p>
      </dgm:t>
    </dgm:pt>
    <dgm:pt modelId="{021DBC6F-93A1-4100-AED6-377B3E6E4F80}">
      <dgm:prSet custT="1"/>
      <dgm:spPr/>
      <dgm:t>
        <a:bodyPr/>
        <a:lstStyle/>
        <a:p>
          <a:r>
            <a:rPr lang="en-US" sz="1600" b="1" dirty="0"/>
            <a:t>Number of spelling errors</a:t>
          </a:r>
        </a:p>
      </dgm:t>
    </dgm:pt>
    <dgm:pt modelId="{7C4938B4-819E-46BB-B92F-1B6707EF69F5}" type="parTrans" cxnId="{F62781B3-D727-4BAF-B805-6AB42B259B65}">
      <dgm:prSet/>
      <dgm:spPr/>
      <dgm:t>
        <a:bodyPr/>
        <a:lstStyle/>
        <a:p>
          <a:endParaRPr lang="en-US"/>
        </a:p>
      </dgm:t>
    </dgm:pt>
    <dgm:pt modelId="{BC26F1A0-9EF7-4DDA-B09B-323FA77AEA5C}" type="sibTrans" cxnId="{F62781B3-D727-4BAF-B805-6AB42B259B65}">
      <dgm:prSet/>
      <dgm:spPr/>
      <dgm:t>
        <a:bodyPr/>
        <a:lstStyle/>
        <a:p>
          <a:endParaRPr lang="en-US"/>
        </a:p>
      </dgm:t>
    </dgm:pt>
    <dgm:pt modelId="{81C7AEA1-C7FE-407B-9CDD-4850020360F0}">
      <dgm:prSet phldrT="[Text]" custT="1"/>
      <dgm:spPr/>
      <dgm:t>
        <a:bodyPr/>
        <a:lstStyle/>
        <a:p>
          <a:endParaRPr lang="en-US" sz="1800" b="1" dirty="0"/>
        </a:p>
      </dgm:t>
    </dgm:pt>
    <dgm:pt modelId="{D5A06F54-5F7E-468C-8CB7-831D1A227F89}" type="parTrans" cxnId="{E3604EA1-5F2C-4008-A6B3-23F617AEED8F}">
      <dgm:prSet/>
      <dgm:spPr/>
      <dgm:t>
        <a:bodyPr/>
        <a:lstStyle/>
        <a:p>
          <a:endParaRPr lang="en-US"/>
        </a:p>
      </dgm:t>
    </dgm:pt>
    <dgm:pt modelId="{3A27B021-A6B1-472B-8738-61BF21718B60}" type="sibTrans" cxnId="{E3604EA1-5F2C-4008-A6B3-23F617AEED8F}">
      <dgm:prSet/>
      <dgm:spPr/>
      <dgm:t>
        <a:bodyPr/>
        <a:lstStyle/>
        <a:p>
          <a:endParaRPr lang="en-US"/>
        </a:p>
      </dgm:t>
    </dgm:pt>
    <dgm:pt modelId="{B04A32D7-4421-4203-8A73-6A909B07499E}">
      <dgm:prSet phldrT="[Text]" custT="1"/>
      <dgm:spPr/>
      <dgm:t>
        <a:bodyPr/>
        <a:lstStyle/>
        <a:p>
          <a:endParaRPr lang="en-US" sz="1800" b="1" dirty="0"/>
        </a:p>
      </dgm:t>
    </dgm:pt>
    <dgm:pt modelId="{4DB719C7-25BA-4E0A-95E6-2B2448A11A70}" type="parTrans" cxnId="{B3B48526-9DAA-449A-B684-CD7E74ADA2AD}">
      <dgm:prSet/>
      <dgm:spPr/>
      <dgm:t>
        <a:bodyPr/>
        <a:lstStyle/>
        <a:p>
          <a:endParaRPr lang="en-US"/>
        </a:p>
      </dgm:t>
    </dgm:pt>
    <dgm:pt modelId="{07CDB8EA-0422-4DFC-B73A-16515F2B49F1}" type="sibTrans" cxnId="{B3B48526-9DAA-449A-B684-CD7E74ADA2AD}">
      <dgm:prSet/>
      <dgm:spPr/>
      <dgm:t>
        <a:bodyPr/>
        <a:lstStyle/>
        <a:p>
          <a:endParaRPr lang="en-US"/>
        </a:p>
      </dgm:t>
    </dgm:pt>
    <dgm:pt modelId="{CBEFE58D-89DB-4A4B-B332-40CAE9B01051}">
      <dgm:prSet phldrT="[Text]" custT="1"/>
      <dgm:spPr/>
      <dgm:t>
        <a:bodyPr/>
        <a:lstStyle/>
        <a:p>
          <a:r>
            <a:rPr lang="en-US" sz="1600" b="1" dirty="0"/>
            <a:t>Semantic Similarity </a:t>
          </a:r>
        </a:p>
      </dgm:t>
    </dgm:pt>
    <dgm:pt modelId="{F0C6D43A-2818-4E57-88EA-3CE12D9685F2}" type="parTrans" cxnId="{EB8ADC0B-F858-4180-8DD7-2D5D87638766}">
      <dgm:prSet/>
      <dgm:spPr/>
      <dgm:t>
        <a:bodyPr/>
        <a:lstStyle/>
        <a:p>
          <a:endParaRPr lang="en-US"/>
        </a:p>
      </dgm:t>
    </dgm:pt>
    <dgm:pt modelId="{34966998-670B-42EC-A633-B80C64AE73D4}" type="sibTrans" cxnId="{EB8ADC0B-F858-4180-8DD7-2D5D87638766}">
      <dgm:prSet/>
      <dgm:spPr/>
      <dgm:t>
        <a:bodyPr/>
        <a:lstStyle/>
        <a:p>
          <a:endParaRPr lang="en-US"/>
        </a:p>
      </dgm:t>
    </dgm:pt>
    <dgm:pt modelId="{1665670F-C0F0-4D71-A594-7ADC08BFE797}">
      <dgm:prSet phldrT="[Text]" custT="1"/>
      <dgm:spPr/>
      <dgm:t>
        <a:bodyPr/>
        <a:lstStyle/>
        <a:p>
          <a:r>
            <a:rPr lang="en-US" sz="1600" b="1" dirty="0"/>
            <a:t>Coherence</a:t>
          </a:r>
        </a:p>
      </dgm:t>
    </dgm:pt>
    <dgm:pt modelId="{5C593ECC-D5D0-4C2B-97AE-91DA87DEC2D9}" type="parTrans" cxnId="{D86F4942-D748-4D17-B49D-67A9A98FE1B7}">
      <dgm:prSet/>
      <dgm:spPr/>
      <dgm:t>
        <a:bodyPr/>
        <a:lstStyle/>
        <a:p>
          <a:endParaRPr lang="en-US"/>
        </a:p>
      </dgm:t>
    </dgm:pt>
    <dgm:pt modelId="{38B96F8B-A147-4430-96AC-271F9B0E0497}" type="sibTrans" cxnId="{D86F4942-D748-4D17-B49D-67A9A98FE1B7}">
      <dgm:prSet/>
      <dgm:spPr/>
      <dgm:t>
        <a:bodyPr/>
        <a:lstStyle/>
        <a:p>
          <a:endParaRPr lang="en-US"/>
        </a:p>
      </dgm:t>
    </dgm:pt>
    <dgm:pt modelId="{2ECE335A-C2C0-46DF-8146-05993F148294}">
      <dgm:prSet phldrT="[Text]" custT="1"/>
      <dgm:spPr/>
      <dgm:t>
        <a:bodyPr/>
        <a:lstStyle/>
        <a:p>
          <a:r>
            <a:rPr lang="en-US" sz="1600" b="1" dirty="0"/>
            <a:t>Domain Knowledge</a:t>
          </a:r>
        </a:p>
      </dgm:t>
    </dgm:pt>
    <dgm:pt modelId="{5F683FF9-8D9D-4D76-993F-774EDB733517}" type="parTrans" cxnId="{F9DFF7A2-8EF3-49DB-B2CE-03D7E0469B91}">
      <dgm:prSet/>
      <dgm:spPr/>
      <dgm:t>
        <a:bodyPr/>
        <a:lstStyle/>
        <a:p>
          <a:endParaRPr lang="en-US"/>
        </a:p>
      </dgm:t>
    </dgm:pt>
    <dgm:pt modelId="{4D0CCDDE-A0A1-4758-8419-6648A629066E}" type="sibTrans" cxnId="{F9DFF7A2-8EF3-49DB-B2CE-03D7E0469B91}">
      <dgm:prSet/>
      <dgm:spPr/>
      <dgm:t>
        <a:bodyPr/>
        <a:lstStyle/>
        <a:p>
          <a:endParaRPr lang="en-US"/>
        </a:p>
      </dgm:t>
    </dgm:pt>
    <dgm:pt modelId="{E9CB1074-C7B0-4184-81CD-9E530B7946D9}" type="pres">
      <dgm:prSet presAssocID="{F2D630CB-E9BF-4C2C-A5E3-D2FA8FDC050C}" presName="Name0" presStyleCnt="0">
        <dgm:presLayoutVars>
          <dgm:dir/>
          <dgm:animLvl val="lvl"/>
          <dgm:resizeHandles val="exact"/>
        </dgm:presLayoutVars>
      </dgm:prSet>
      <dgm:spPr/>
    </dgm:pt>
    <dgm:pt modelId="{5E6F8777-A0C9-4491-AE21-145CDAD30CDD}" type="pres">
      <dgm:prSet presAssocID="{66B6962D-1049-4E01-A7CC-D093C2E3BD3E}" presName="composite" presStyleCnt="0"/>
      <dgm:spPr/>
    </dgm:pt>
    <dgm:pt modelId="{4B6262BC-6FB1-4A4E-A81C-EF7BBD1B0D01}" type="pres">
      <dgm:prSet presAssocID="{66B6962D-1049-4E01-A7CC-D093C2E3BD3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42ED8A5-2A5F-4D11-9BCB-88152F367F98}" type="pres">
      <dgm:prSet presAssocID="{66B6962D-1049-4E01-A7CC-D093C2E3BD3E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48887F57-4EC0-4108-B4E1-C2C425121A1B}" type="pres">
      <dgm:prSet presAssocID="{27C2975F-9204-4F2C-940A-F8DCABD5C79A}" presName="space" presStyleCnt="0"/>
      <dgm:spPr/>
    </dgm:pt>
    <dgm:pt modelId="{E735E093-090A-47DA-B908-39A02B523F1B}" type="pres">
      <dgm:prSet presAssocID="{39074658-8BB5-4DE4-8FB8-48C459FD0923}" presName="composite" presStyleCnt="0"/>
      <dgm:spPr/>
    </dgm:pt>
    <dgm:pt modelId="{A1412883-C8D1-4CA4-A2DD-F4A0A3582E70}" type="pres">
      <dgm:prSet presAssocID="{39074658-8BB5-4DE4-8FB8-48C459FD092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A583BA4-61D9-4A6C-907A-50655AA68034}" type="pres">
      <dgm:prSet presAssocID="{39074658-8BB5-4DE4-8FB8-48C459FD0923}" presName="desTx" presStyleLbl="alignAccFollowNode1" presStyleIdx="1" presStyleCnt="3">
        <dgm:presLayoutVars>
          <dgm:bulletEnabled val="1"/>
        </dgm:presLayoutVars>
      </dgm:prSet>
      <dgm:spPr/>
    </dgm:pt>
    <dgm:pt modelId="{0C409FF2-F551-46C3-9EBF-316DE06A8814}" type="pres">
      <dgm:prSet presAssocID="{58E0D593-A078-46DD-BFE6-6021DF7E0B1B}" presName="space" presStyleCnt="0"/>
      <dgm:spPr/>
    </dgm:pt>
    <dgm:pt modelId="{1F96239C-DB95-46FF-A5B1-6E601130E2B1}" type="pres">
      <dgm:prSet presAssocID="{063E8B21-676C-40DF-BAC3-71FBEED34CDB}" presName="composite" presStyleCnt="0"/>
      <dgm:spPr/>
    </dgm:pt>
    <dgm:pt modelId="{E433080D-5FED-4BF0-853F-3F4B62E6DFA1}" type="pres">
      <dgm:prSet presAssocID="{063E8B21-676C-40DF-BAC3-71FBEED34CD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9AF7C45-B2E1-40B9-B9DE-602E377F2787}" type="pres">
      <dgm:prSet presAssocID="{063E8B21-676C-40DF-BAC3-71FBEED34CDB}" presName="desTx" presStyleLbl="alignAccFollowNode1" presStyleIdx="2" presStyleCnt="3" custScaleY="100000">
        <dgm:presLayoutVars>
          <dgm:bulletEnabled val="1"/>
        </dgm:presLayoutVars>
      </dgm:prSet>
      <dgm:spPr/>
    </dgm:pt>
  </dgm:ptLst>
  <dgm:cxnLst>
    <dgm:cxn modelId="{BDF01406-7A54-443C-A7BE-83E04EC97EA6}" type="presOf" srcId="{A6E9A598-88C6-4C68-A24F-A5C082B90677}" destId="{89AF7C45-B2E1-40B9-B9DE-602E377F2787}" srcOrd="0" destOrd="0" presId="urn:microsoft.com/office/officeart/2005/8/layout/hList1"/>
    <dgm:cxn modelId="{EB8ADC0B-F858-4180-8DD7-2D5D87638766}" srcId="{063E8B21-676C-40DF-BAC3-71FBEED34CDB}" destId="{CBEFE58D-89DB-4A4B-B332-40CAE9B01051}" srcOrd="3" destOrd="0" parTransId="{F0C6D43A-2818-4E57-88EA-3CE12D9685F2}" sibTransId="{34966998-670B-42EC-A633-B80C64AE73D4}"/>
    <dgm:cxn modelId="{36658F13-4BF3-4544-BC0C-B506797C6EAB}" type="presOf" srcId="{C358EAF2-8312-4E1C-B0DC-478946131109}" destId="{842ED8A5-2A5F-4D11-9BCB-88152F367F98}" srcOrd="0" destOrd="0" presId="urn:microsoft.com/office/officeart/2005/8/layout/hList1"/>
    <dgm:cxn modelId="{7DA5DD17-499F-499A-BA5D-B7BAE8FF5BD3}" type="presOf" srcId="{E9726B2C-D22E-4A19-A2E0-86441640E336}" destId="{842ED8A5-2A5F-4D11-9BCB-88152F367F98}" srcOrd="0" destOrd="4" presId="urn:microsoft.com/office/officeart/2005/8/layout/hList1"/>
    <dgm:cxn modelId="{B3B48526-9DAA-449A-B684-CD7E74ADA2AD}" srcId="{063E8B21-676C-40DF-BAC3-71FBEED34CDB}" destId="{B04A32D7-4421-4203-8A73-6A909B07499E}" srcOrd="5" destOrd="0" parTransId="{4DB719C7-25BA-4E0A-95E6-2B2448A11A70}" sibTransId="{07CDB8EA-0422-4DFC-B73A-16515F2B49F1}"/>
    <dgm:cxn modelId="{42D27E35-9700-4461-B95A-C33C1799F681}" type="presOf" srcId="{2ECE335A-C2C0-46DF-8146-05993F148294}" destId="{89AF7C45-B2E1-40B9-B9DE-602E377F2787}" srcOrd="0" destOrd="4" presId="urn:microsoft.com/office/officeart/2005/8/layout/hList1"/>
    <dgm:cxn modelId="{B6056936-B52E-4A1D-B690-D330DBF3BC42}" type="presOf" srcId="{8EF757D8-B3BB-44FE-A136-D1B4F2D6C801}" destId="{3A583BA4-61D9-4A6C-907A-50655AA68034}" srcOrd="0" destOrd="1" presId="urn:microsoft.com/office/officeart/2005/8/layout/hList1"/>
    <dgm:cxn modelId="{CA30BA3F-A27C-4D0E-9931-DA4095A40BB3}" type="presOf" srcId="{1665670F-C0F0-4D71-A594-7ADC08BFE797}" destId="{89AF7C45-B2E1-40B9-B9DE-602E377F2787}" srcOrd="0" destOrd="1" presId="urn:microsoft.com/office/officeart/2005/8/layout/hList1"/>
    <dgm:cxn modelId="{0BA89040-3E6F-44BA-943E-E8D366588D2D}" type="presOf" srcId="{81C7AEA1-C7FE-407B-9CDD-4850020360F0}" destId="{89AF7C45-B2E1-40B9-B9DE-602E377F2787}" srcOrd="0" destOrd="6" presId="urn:microsoft.com/office/officeart/2005/8/layout/hList1"/>
    <dgm:cxn modelId="{6A6F2E5B-6205-4B8F-BB64-4228EE9FA04E}" srcId="{39074658-8BB5-4DE4-8FB8-48C459FD0923}" destId="{CCDF429E-468C-420C-A468-0F4BB2ED197F}" srcOrd="3" destOrd="0" parTransId="{8453575E-CA34-4829-B1D0-1FF283D1077A}" sibTransId="{1891A967-6601-4F5D-95CE-5EA776E66365}"/>
    <dgm:cxn modelId="{E7D22F5C-2C9E-4C32-937B-484C96866902}" srcId="{66B6962D-1049-4E01-A7CC-D093C2E3BD3E}" destId="{E9726B2C-D22E-4A19-A2E0-86441640E336}" srcOrd="4" destOrd="0" parTransId="{D17A77C3-9639-4CB3-B0AD-A171B4C2E205}" sibTransId="{8FCF2753-42C8-4C65-A8CF-99CC0CFB095C}"/>
    <dgm:cxn modelId="{D86F4942-D748-4D17-B49D-67A9A98FE1B7}" srcId="{063E8B21-676C-40DF-BAC3-71FBEED34CDB}" destId="{1665670F-C0F0-4D71-A594-7ADC08BFE797}" srcOrd="1" destOrd="0" parTransId="{5C593ECC-D5D0-4C2B-97AE-91DA87DEC2D9}" sibTransId="{38B96F8B-A147-4430-96AC-271F9B0E0497}"/>
    <dgm:cxn modelId="{47EDAC44-D387-4180-AC0C-C11726ADE72C}" type="presOf" srcId="{9BCC191F-3062-47E7-8746-C2FE8A3D3E61}" destId="{3A583BA4-61D9-4A6C-907A-50655AA68034}" srcOrd="0" destOrd="2" presId="urn:microsoft.com/office/officeart/2005/8/layout/hList1"/>
    <dgm:cxn modelId="{42E04969-95E4-466F-B0B6-A015EAACF3C1}" type="presOf" srcId="{419DCE8A-5911-4D6C-BCCD-68B828CE895A}" destId="{3A583BA4-61D9-4A6C-907A-50655AA68034}" srcOrd="0" destOrd="4" presId="urn:microsoft.com/office/officeart/2005/8/layout/hList1"/>
    <dgm:cxn modelId="{87B6BC6B-1958-4147-8655-D173578E9510}" type="presOf" srcId="{66B6962D-1049-4E01-A7CC-D093C2E3BD3E}" destId="{4B6262BC-6FB1-4A4E-A81C-EF7BBD1B0D01}" srcOrd="0" destOrd="0" presId="urn:microsoft.com/office/officeart/2005/8/layout/hList1"/>
    <dgm:cxn modelId="{7E9DA84C-9B87-4E55-9F2F-D13BF17CB36C}" type="presOf" srcId="{CCDF429E-468C-420C-A468-0F4BB2ED197F}" destId="{3A583BA4-61D9-4A6C-907A-50655AA68034}" srcOrd="0" destOrd="3" presId="urn:microsoft.com/office/officeart/2005/8/layout/hList1"/>
    <dgm:cxn modelId="{B441C16E-9382-4B5E-917B-137D8FB52AD5}" srcId="{66B6962D-1049-4E01-A7CC-D093C2E3BD3E}" destId="{49FFD4B5-DABB-4CF2-941F-C8CB83B2DF5B}" srcOrd="1" destOrd="0" parTransId="{D039BC28-C8A8-437E-9B7A-2CDF13AB56F7}" sibTransId="{5F3B8E08-7F65-475F-BC68-527646D41BA8}"/>
    <dgm:cxn modelId="{4DC81156-CE87-4E66-A0BD-F985A6D46863}" type="presOf" srcId="{5AFA7804-0F4C-468D-901A-7DE4DB7DD998}" destId="{842ED8A5-2A5F-4D11-9BCB-88152F367F98}" srcOrd="0" destOrd="2" presId="urn:microsoft.com/office/officeart/2005/8/layout/hList1"/>
    <dgm:cxn modelId="{C9ADD956-1C45-4E6A-BE74-144050DC0F60}" srcId="{F2D630CB-E9BF-4C2C-A5E3-D2FA8FDC050C}" destId="{39074658-8BB5-4DE4-8FB8-48C459FD0923}" srcOrd="1" destOrd="0" parTransId="{589D1D2F-DA06-489F-959D-79DD9EC7BFCC}" sibTransId="{58E0D593-A078-46DD-BFE6-6021DF7E0B1B}"/>
    <dgm:cxn modelId="{66BB5985-B104-43C9-BEDC-6C7B4C1AF0B6}" srcId="{063E8B21-676C-40DF-BAC3-71FBEED34CDB}" destId="{A6E9A598-88C6-4C68-A24F-A5C082B90677}" srcOrd="0" destOrd="0" parTransId="{469D8C1F-3BA8-4274-A7A0-FBC118D6902B}" sibTransId="{68CD951D-7F0C-4486-8B7E-105768D7ABBE}"/>
    <dgm:cxn modelId="{CC82338E-F1F3-4E41-AA0E-BAD7D8F980B6}" srcId="{F2D630CB-E9BF-4C2C-A5E3-D2FA8FDC050C}" destId="{063E8B21-676C-40DF-BAC3-71FBEED34CDB}" srcOrd="2" destOrd="0" parTransId="{BE05A42C-D253-4DAE-B10A-4C02F4E3177D}" sibTransId="{C42A73A3-0B28-4831-B1DF-C0D3B8B915E2}"/>
    <dgm:cxn modelId="{E3604EA1-5F2C-4008-A6B3-23F617AEED8F}" srcId="{063E8B21-676C-40DF-BAC3-71FBEED34CDB}" destId="{81C7AEA1-C7FE-407B-9CDD-4850020360F0}" srcOrd="6" destOrd="0" parTransId="{D5A06F54-5F7E-468C-8CB7-831D1A227F89}" sibTransId="{3A27B021-A6B1-472B-8738-61BF21718B60}"/>
    <dgm:cxn modelId="{6743C3A1-D8DB-4993-8648-3380FC3CC691}" srcId="{F2D630CB-E9BF-4C2C-A5E3-D2FA8FDC050C}" destId="{66B6962D-1049-4E01-A7CC-D093C2E3BD3E}" srcOrd="0" destOrd="0" parTransId="{172EBCBF-CEB8-460D-B2E1-27E8D89C8403}" sibTransId="{27C2975F-9204-4F2C-940A-F8DCABD5C79A}"/>
    <dgm:cxn modelId="{F9DFF7A2-8EF3-49DB-B2CE-03D7E0469B91}" srcId="{063E8B21-676C-40DF-BAC3-71FBEED34CDB}" destId="{2ECE335A-C2C0-46DF-8146-05993F148294}" srcOrd="4" destOrd="0" parTransId="{5F683FF9-8D9D-4D76-993F-774EDB733517}" sibTransId="{4D0CCDDE-A0A1-4758-8419-6648A629066E}"/>
    <dgm:cxn modelId="{844BC3A9-40A2-4B98-9A66-1DD90A8B50D4}" type="presOf" srcId="{063E8B21-676C-40DF-BAC3-71FBEED34CDB}" destId="{E433080D-5FED-4BF0-853F-3F4B62E6DFA1}" srcOrd="0" destOrd="0" presId="urn:microsoft.com/office/officeart/2005/8/layout/hList1"/>
    <dgm:cxn modelId="{32CB06AA-E7EC-4F92-81DE-546CAC875E67}" srcId="{CCDF429E-468C-420C-A468-0F4BB2ED197F}" destId="{419DCE8A-5911-4D6C-BCCD-68B828CE895A}" srcOrd="0" destOrd="0" parTransId="{DDD728B9-936A-475B-BF57-C28F1F084123}" sibTransId="{31EFCC1F-A46E-430B-AD58-A9F69D45FEB7}"/>
    <dgm:cxn modelId="{F62781B3-D727-4BAF-B805-6AB42B259B65}" srcId="{66B6962D-1049-4E01-A7CC-D093C2E3BD3E}" destId="{021DBC6F-93A1-4100-AED6-377B3E6E4F80}" srcOrd="5" destOrd="0" parTransId="{7C4938B4-819E-46BB-B92F-1B6707EF69F5}" sibTransId="{BC26F1A0-9EF7-4DDA-B09B-323FA77AEA5C}"/>
    <dgm:cxn modelId="{F96C3AB5-F3FC-4336-806C-4931F0F446CD}" srcId="{063E8B21-676C-40DF-BAC3-71FBEED34CDB}" destId="{48E0FCDD-E63E-46A9-A70B-971ADCE21B33}" srcOrd="2" destOrd="0" parTransId="{45EA8758-935E-4629-B8ED-16313C1C2395}" sibTransId="{3417278F-9AB8-4E3F-8758-86EFA79E1E14}"/>
    <dgm:cxn modelId="{549383BD-B6E2-449D-A78A-F0A68BCA9F95}" type="presOf" srcId="{39074658-8BB5-4DE4-8FB8-48C459FD0923}" destId="{A1412883-C8D1-4CA4-A2DD-F4A0A3582E70}" srcOrd="0" destOrd="0" presId="urn:microsoft.com/office/officeart/2005/8/layout/hList1"/>
    <dgm:cxn modelId="{4DE770C4-C77E-4DF9-B91B-A79AF6A11B06}" type="presOf" srcId="{48E0FCDD-E63E-46A9-A70B-971ADCE21B33}" destId="{89AF7C45-B2E1-40B9-B9DE-602E377F2787}" srcOrd="0" destOrd="2" presId="urn:microsoft.com/office/officeart/2005/8/layout/hList1"/>
    <dgm:cxn modelId="{C08B56C8-9ADD-4D3A-ADED-27FB54716857}" srcId="{39074658-8BB5-4DE4-8FB8-48C459FD0923}" destId="{38FC68B7-A21F-4404-B40A-8BF67C964017}" srcOrd="0" destOrd="0" parTransId="{E9DD3659-12A0-44F9-852A-81FF0CD5D4E8}" sibTransId="{9964656A-133C-4A40-ACC4-73184B24F724}"/>
    <dgm:cxn modelId="{6F3886CE-C682-43D1-9120-2F6ED4DFA6B3}" type="presOf" srcId="{F2D630CB-E9BF-4C2C-A5E3-D2FA8FDC050C}" destId="{E9CB1074-C7B0-4184-81CD-9E530B7946D9}" srcOrd="0" destOrd="0" presId="urn:microsoft.com/office/officeart/2005/8/layout/hList1"/>
    <dgm:cxn modelId="{B2C111CF-B410-4A95-8E65-4D43CED8293D}" type="presOf" srcId="{5B723D9C-414F-4C5A-A613-9DCA0A03B2DA}" destId="{842ED8A5-2A5F-4D11-9BCB-88152F367F98}" srcOrd="0" destOrd="3" presId="urn:microsoft.com/office/officeart/2005/8/layout/hList1"/>
    <dgm:cxn modelId="{790166D4-3BC4-45FC-A51A-050E2412716B}" srcId="{66B6962D-1049-4E01-A7CC-D093C2E3BD3E}" destId="{C358EAF2-8312-4E1C-B0DC-478946131109}" srcOrd="0" destOrd="0" parTransId="{F24E80FA-6DB8-4A54-9F6F-3BBF04B3BF18}" sibTransId="{161C1221-B124-4CDE-A39F-49B46A7ABF50}"/>
    <dgm:cxn modelId="{9DEB9FD6-2768-41D8-9BC2-F0DAC6E0B112}" srcId="{39074658-8BB5-4DE4-8FB8-48C459FD0923}" destId="{8EF757D8-B3BB-44FE-A136-D1B4F2D6C801}" srcOrd="1" destOrd="0" parTransId="{5D641B68-5973-4C94-9F28-B58E2E2209C5}" sibTransId="{8E1CB6CE-547F-45C7-9389-76EA121E935D}"/>
    <dgm:cxn modelId="{27A2CAD6-3BDD-4C2E-BD22-FF9C92151CBC}" type="presOf" srcId="{CBEFE58D-89DB-4A4B-B332-40CAE9B01051}" destId="{89AF7C45-B2E1-40B9-B9DE-602E377F2787}" srcOrd="0" destOrd="3" presId="urn:microsoft.com/office/officeart/2005/8/layout/hList1"/>
    <dgm:cxn modelId="{B3E63DD7-65C8-4A32-A903-4AF4769D8D28}" srcId="{39074658-8BB5-4DE4-8FB8-48C459FD0923}" destId="{9BCC191F-3062-47E7-8746-C2FE8A3D3E61}" srcOrd="2" destOrd="0" parTransId="{C2535955-99FB-49DF-9CD3-9C4C4310166E}" sibTransId="{816ED5A7-8B9C-4C2D-96F4-C03C2F25512F}"/>
    <dgm:cxn modelId="{554844DE-B53A-4689-A819-F0C7C6DD41D0}" srcId="{66B6962D-1049-4E01-A7CC-D093C2E3BD3E}" destId="{5B723D9C-414F-4C5A-A613-9DCA0A03B2DA}" srcOrd="3" destOrd="0" parTransId="{844A690C-2395-4441-A8C7-1B6C16E6D97A}" sibTransId="{8AEB676F-D519-45A8-A5CE-FD52701B7656}"/>
    <dgm:cxn modelId="{C562A8DE-1B83-4F0C-9EF3-D34E385677D8}" type="presOf" srcId="{49FFD4B5-DABB-4CF2-941F-C8CB83B2DF5B}" destId="{842ED8A5-2A5F-4D11-9BCB-88152F367F98}" srcOrd="0" destOrd="1" presId="urn:microsoft.com/office/officeart/2005/8/layout/hList1"/>
    <dgm:cxn modelId="{8D43C7ED-7EB6-4ACA-BB51-53B9D4E3B3CB}" type="presOf" srcId="{38FC68B7-A21F-4404-B40A-8BF67C964017}" destId="{3A583BA4-61D9-4A6C-907A-50655AA68034}" srcOrd="0" destOrd="0" presId="urn:microsoft.com/office/officeart/2005/8/layout/hList1"/>
    <dgm:cxn modelId="{58C4E5ED-1650-4E1B-A90D-F39CB16E2E43}" type="presOf" srcId="{021DBC6F-93A1-4100-AED6-377B3E6E4F80}" destId="{842ED8A5-2A5F-4D11-9BCB-88152F367F98}" srcOrd="0" destOrd="5" presId="urn:microsoft.com/office/officeart/2005/8/layout/hList1"/>
    <dgm:cxn modelId="{F60BD4EF-7EDA-4185-AB46-270E35AFA9F2}" type="presOf" srcId="{B04A32D7-4421-4203-8A73-6A909B07499E}" destId="{89AF7C45-B2E1-40B9-B9DE-602E377F2787}" srcOrd="0" destOrd="5" presId="urn:microsoft.com/office/officeart/2005/8/layout/hList1"/>
    <dgm:cxn modelId="{2957CAFF-98A0-4A8A-9A6A-FDE98607FF80}" srcId="{66B6962D-1049-4E01-A7CC-D093C2E3BD3E}" destId="{5AFA7804-0F4C-468D-901A-7DE4DB7DD998}" srcOrd="2" destOrd="0" parTransId="{63E6E9F5-46A4-4F7E-96FD-4A81BA36CBD0}" sibTransId="{FE5F7B92-1570-4CF8-AE00-C48B0B6904DE}"/>
    <dgm:cxn modelId="{6BC0A1CD-3BC4-4141-9DC9-1D2CB14920F9}" type="presParOf" srcId="{E9CB1074-C7B0-4184-81CD-9E530B7946D9}" destId="{5E6F8777-A0C9-4491-AE21-145CDAD30CDD}" srcOrd="0" destOrd="0" presId="urn:microsoft.com/office/officeart/2005/8/layout/hList1"/>
    <dgm:cxn modelId="{529B3CBD-DE47-481C-9174-313D074ABC3A}" type="presParOf" srcId="{5E6F8777-A0C9-4491-AE21-145CDAD30CDD}" destId="{4B6262BC-6FB1-4A4E-A81C-EF7BBD1B0D01}" srcOrd="0" destOrd="0" presId="urn:microsoft.com/office/officeart/2005/8/layout/hList1"/>
    <dgm:cxn modelId="{2D006436-3E7A-42FA-9C44-32001E2B25A2}" type="presParOf" srcId="{5E6F8777-A0C9-4491-AE21-145CDAD30CDD}" destId="{842ED8A5-2A5F-4D11-9BCB-88152F367F98}" srcOrd="1" destOrd="0" presId="urn:microsoft.com/office/officeart/2005/8/layout/hList1"/>
    <dgm:cxn modelId="{BDF87D8C-8858-4844-BB0B-ECA5449ED306}" type="presParOf" srcId="{E9CB1074-C7B0-4184-81CD-9E530B7946D9}" destId="{48887F57-4EC0-4108-B4E1-C2C425121A1B}" srcOrd="1" destOrd="0" presId="urn:microsoft.com/office/officeart/2005/8/layout/hList1"/>
    <dgm:cxn modelId="{2AECBE9C-3D3C-4188-9988-CCAC0628D051}" type="presParOf" srcId="{E9CB1074-C7B0-4184-81CD-9E530B7946D9}" destId="{E735E093-090A-47DA-B908-39A02B523F1B}" srcOrd="2" destOrd="0" presId="urn:microsoft.com/office/officeart/2005/8/layout/hList1"/>
    <dgm:cxn modelId="{98202915-5B02-4351-B0AC-7D6266B5BD48}" type="presParOf" srcId="{E735E093-090A-47DA-B908-39A02B523F1B}" destId="{A1412883-C8D1-4CA4-A2DD-F4A0A3582E70}" srcOrd="0" destOrd="0" presId="urn:microsoft.com/office/officeart/2005/8/layout/hList1"/>
    <dgm:cxn modelId="{0847C6EA-88F4-4B4E-9A39-D55E7A9C9D55}" type="presParOf" srcId="{E735E093-090A-47DA-B908-39A02B523F1B}" destId="{3A583BA4-61D9-4A6C-907A-50655AA68034}" srcOrd="1" destOrd="0" presId="urn:microsoft.com/office/officeart/2005/8/layout/hList1"/>
    <dgm:cxn modelId="{76B37277-E8A2-4BDE-BF82-016F4772C5CE}" type="presParOf" srcId="{E9CB1074-C7B0-4184-81CD-9E530B7946D9}" destId="{0C409FF2-F551-46C3-9EBF-316DE06A8814}" srcOrd="3" destOrd="0" presId="urn:microsoft.com/office/officeart/2005/8/layout/hList1"/>
    <dgm:cxn modelId="{E05A284A-7260-4DCE-86B2-49633A13E485}" type="presParOf" srcId="{E9CB1074-C7B0-4184-81CD-9E530B7946D9}" destId="{1F96239C-DB95-46FF-A5B1-6E601130E2B1}" srcOrd="4" destOrd="0" presId="urn:microsoft.com/office/officeart/2005/8/layout/hList1"/>
    <dgm:cxn modelId="{2290EF64-2B63-4508-883C-E0A1DE288CA3}" type="presParOf" srcId="{1F96239C-DB95-46FF-A5B1-6E601130E2B1}" destId="{E433080D-5FED-4BF0-853F-3F4B62E6DFA1}" srcOrd="0" destOrd="0" presId="urn:microsoft.com/office/officeart/2005/8/layout/hList1"/>
    <dgm:cxn modelId="{D113A3CD-A648-4F18-BBD6-C4B42018413C}" type="presParOf" srcId="{1F96239C-DB95-46FF-A5B1-6E601130E2B1}" destId="{89AF7C45-B2E1-40B9-B9DE-602E377F27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908A6A-733D-4174-AB00-030F8629485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1F920E-3FE6-4BB6-895C-D518EA4E1506}">
      <dgm:prSet phldrT="[Text]"/>
      <dgm:spPr/>
      <dgm:t>
        <a:bodyPr/>
        <a:lstStyle/>
        <a:p>
          <a:r>
            <a:rPr lang="en-US" dirty="0"/>
            <a:t>ML Regression Models</a:t>
          </a:r>
        </a:p>
      </dgm:t>
    </dgm:pt>
    <dgm:pt modelId="{C3EBA952-C263-499C-940B-529F725F2F16}" type="parTrans" cxnId="{AF58F618-FEC1-4C5C-8341-5AE1DB7234FC}">
      <dgm:prSet/>
      <dgm:spPr/>
      <dgm:t>
        <a:bodyPr/>
        <a:lstStyle/>
        <a:p>
          <a:endParaRPr lang="en-US"/>
        </a:p>
      </dgm:t>
    </dgm:pt>
    <dgm:pt modelId="{052DB627-1F5D-4569-9C99-B00EB6B14634}" type="sibTrans" cxnId="{AF58F618-FEC1-4C5C-8341-5AE1DB7234FC}">
      <dgm:prSet/>
      <dgm:spPr/>
      <dgm:t>
        <a:bodyPr/>
        <a:lstStyle/>
        <a:p>
          <a:endParaRPr lang="en-US"/>
        </a:p>
      </dgm:t>
    </dgm:pt>
    <dgm:pt modelId="{9EE96675-39F0-4726-A963-D171CB0367B5}">
      <dgm:prSet phldrT="[Text]"/>
      <dgm:spPr/>
      <dgm:t>
        <a:bodyPr/>
        <a:lstStyle/>
        <a:p>
          <a:r>
            <a:rPr lang="en-US" dirty="0"/>
            <a:t>ML Classification Models</a:t>
          </a:r>
        </a:p>
      </dgm:t>
    </dgm:pt>
    <dgm:pt modelId="{08336002-9B58-4D4E-9D31-F06E3D9FD151}" type="parTrans" cxnId="{917D7C53-79BC-4A59-BC57-322454EBEBEF}">
      <dgm:prSet/>
      <dgm:spPr/>
      <dgm:t>
        <a:bodyPr/>
        <a:lstStyle/>
        <a:p>
          <a:endParaRPr lang="en-US"/>
        </a:p>
      </dgm:t>
    </dgm:pt>
    <dgm:pt modelId="{8CF8F3C5-1111-49D9-AF2F-9218B7BEAD8D}" type="sibTrans" cxnId="{917D7C53-79BC-4A59-BC57-322454EBEBEF}">
      <dgm:prSet/>
      <dgm:spPr/>
      <dgm:t>
        <a:bodyPr/>
        <a:lstStyle/>
        <a:p>
          <a:endParaRPr lang="en-US"/>
        </a:p>
      </dgm:t>
    </dgm:pt>
    <dgm:pt modelId="{10F11DBF-6F58-4A92-AD29-CE03C1CEA13E}">
      <dgm:prSet phldrT="[Text]"/>
      <dgm:spPr/>
      <dgm:t>
        <a:bodyPr/>
        <a:lstStyle/>
        <a:p>
          <a:r>
            <a:rPr lang="en-US" dirty="0"/>
            <a:t>Ontology-Based Models</a:t>
          </a:r>
        </a:p>
      </dgm:t>
    </dgm:pt>
    <dgm:pt modelId="{FDB51CFF-5CD8-48BB-96D6-8C4FE29E6A6A}" type="parTrans" cxnId="{B26A06B4-9C5E-4EC9-A6C7-1FAA52B53732}">
      <dgm:prSet/>
      <dgm:spPr/>
      <dgm:t>
        <a:bodyPr/>
        <a:lstStyle/>
        <a:p>
          <a:endParaRPr lang="en-US"/>
        </a:p>
      </dgm:t>
    </dgm:pt>
    <dgm:pt modelId="{65D202AF-3BCD-4C0A-94AB-6DC0615887B2}" type="sibTrans" cxnId="{B26A06B4-9C5E-4EC9-A6C7-1FAA52B53732}">
      <dgm:prSet/>
      <dgm:spPr/>
      <dgm:t>
        <a:bodyPr/>
        <a:lstStyle/>
        <a:p>
          <a:endParaRPr lang="en-US"/>
        </a:p>
      </dgm:t>
    </dgm:pt>
    <dgm:pt modelId="{2553F566-BE02-45C0-BD0C-499E66EBE7E5}">
      <dgm:prSet/>
      <dgm:spPr/>
      <dgm:t>
        <a:bodyPr/>
        <a:lstStyle/>
        <a:p>
          <a:r>
            <a:rPr lang="en-US" dirty="0"/>
            <a:t>Deep Learning (Neural Networks) Models </a:t>
          </a:r>
        </a:p>
      </dgm:t>
    </dgm:pt>
    <dgm:pt modelId="{83F9AE26-9E15-48E0-9879-C07A7C537FEE}" type="parTrans" cxnId="{5EEDAD12-0E6D-48AE-B957-0D3FFFA4A1E8}">
      <dgm:prSet/>
      <dgm:spPr/>
      <dgm:t>
        <a:bodyPr/>
        <a:lstStyle/>
        <a:p>
          <a:endParaRPr lang="en-US"/>
        </a:p>
      </dgm:t>
    </dgm:pt>
    <dgm:pt modelId="{945C3CE3-3F38-407C-B83F-F24726F89BC1}" type="sibTrans" cxnId="{5EEDAD12-0E6D-48AE-B957-0D3FFFA4A1E8}">
      <dgm:prSet/>
      <dgm:spPr/>
      <dgm:t>
        <a:bodyPr/>
        <a:lstStyle/>
        <a:p>
          <a:endParaRPr lang="en-US"/>
        </a:p>
      </dgm:t>
    </dgm:pt>
    <dgm:pt modelId="{41C11FCA-2FDB-4A2B-93E2-2FC0ECFE2E8F}" type="pres">
      <dgm:prSet presAssocID="{62908A6A-733D-4174-AB00-030F8629485A}" presName="linear" presStyleCnt="0">
        <dgm:presLayoutVars>
          <dgm:dir/>
          <dgm:animLvl val="lvl"/>
          <dgm:resizeHandles val="exact"/>
        </dgm:presLayoutVars>
      </dgm:prSet>
      <dgm:spPr/>
    </dgm:pt>
    <dgm:pt modelId="{C4A7D4CF-2283-48A4-9C16-D203375B7D6A}" type="pres">
      <dgm:prSet presAssocID="{E01F920E-3FE6-4BB6-895C-D518EA4E1506}" presName="parentLin" presStyleCnt="0"/>
      <dgm:spPr/>
    </dgm:pt>
    <dgm:pt modelId="{2A6051CC-E547-46CC-9B64-554A7AE348BA}" type="pres">
      <dgm:prSet presAssocID="{E01F920E-3FE6-4BB6-895C-D518EA4E1506}" presName="parentLeftMargin" presStyleLbl="node1" presStyleIdx="0" presStyleCnt="4"/>
      <dgm:spPr/>
    </dgm:pt>
    <dgm:pt modelId="{E2626F63-1B2A-4AEA-93B6-5B11A1DB45AC}" type="pres">
      <dgm:prSet presAssocID="{E01F920E-3FE6-4BB6-895C-D518EA4E15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A04CC4-D305-4C1A-82C2-17783F2BAA38}" type="pres">
      <dgm:prSet presAssocID="{E01F920E-3FE6-4BB6-895C-D518EA4E1506}" presName="negativeSpace" presStyleCnt="0"/>
      <dgm:spPr/>
    </dgm:pt>
    <dgm:pt modelId="{34AE1C6C-04B6-4EE6-97D5-B4F8904C8E47}" type="pres">
      <dgm:prSet presAssocID="{E01F920E-3FE6-4BB6-895C-D518EA4E1506}" presName="childText" presStyleLbl="conFgAcc1" presStyleIdx="0" presStyleCnt="4">
        <dgm:presLayoutVars>
          <dgm:bulletEnabled val="1"/>
        </dgm:presLayoutVars>
      </dgm:prSet>
      <dgm:spPr/>
    </dgm:pt>
    <dgm:pt modelId="{2E137A61-CEB1-459B-9CFF-24A99DB519DC}" type="pres">
      <dgm:prSet presAssocID="{052DB627-1F5D-4569-9C99-B00EB6B14634}" presName="spaceBetweenRectangles" presStyleCnt="0"/>
      <dgm:spPr/>
    </dgm:pt>
    <dgm:pt modelId="{ADC9268C-FA0D-429E-BDF4-9842C4068136}" type="pres">
      <dgm:prSet presAssocID="{9EE96675-39F0-4726-A963-D171CB0367B5}" presName="parentLin" presStyleCnt="0"/>
      <dgm:spPr/>
    </dgm:pt>
    <dgm:pt modelId="{E738E93A-F96B-45F1-A9A8-57042DDF8042}" type="pres">
      <dgm:prSet presAssocID="{9EE96675-39F0-4726-A963-D171CB0367B5}" presName="parentLeftMargin" presStyleLbl="node1" presStyleIdx="0" presStyleCnt="4"/>
      <dgm:spPr/>
    </dgm:pt>
    <dgm:pt modelId="{886FE933-A309-44AA-A230-C106B5CA3915}" type="pres">
      <dgm:prSet presAssocID="{9EE96675-39F0-4726-A963-D171CB0367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5A4246-2A96-41B8-8C61-2964A4B49226}" type="pres">
      <dgm:prSet presAssocID="{9EE96675-39F0-4726-A963-D171CB0367B5}" presName="negativeSpace" presStyleCnt="0"/>
      <dgm:spPr/>
    </dgm:pt>
    <dgm:pt modelId="{2E27E1A1-CF74-42C4-A5EF-A43B600ED178}" type="pres">
      <dgm:prSet presAssocID="{9EE96675-39F0-4726-A963-D171CB0367B5}" presName="childText" presStyleLbl="conFgAcc1" presStyleIdx="1" presStyleCnt="4">
        <dgm:presLayoutVars>
          <dgm:bulletEnabled val="1"/>
        </dgm:presLayoutVars>
      </dgm:prSet>
      <dgm:spPr/>
    </dgm:pt>
    <dgm:pt modelId="{35D73B92-B8FF-4CF0-9612-1FF55F6DB7AC}" type="pres">
      <dgm:prSet presAssocID="{8CF8F3C5-1111-49D9-AF2F-9218B7BEAD8D}" presName="spaceBetweenRectangles" presStyleCnt="0"/>
      <dgm:spPr/>
    </dgm:pt>
    <dgm:pt modelId="{59284F0E-53F9-4B6C-95CC-6EE444B1C050}" type="pres">
      <dgm:prSet presAssocID="{10F11DBF-6F58-4A92-AD29-CE03C1CEA13E}" presName="parentLin" presStyleCnt="0"/>
      <dgm:spPr/>
    </dgm:pt>
    <dgm:pt modelId="{9A609E04-F0A5-49C5-879E-DE56FA7BA190}" type="pres">
      <dgm:prSet presAssocID="{10F11DBF-6F58-4A92-AD29-CE03C1CEA13E}" presName="parentLeftMargin" presStyleLbl="node1" presStyleIdx="1" presStyleCnt="4"/>
      <dgm:spPr/>
    </dgm:pt>
    <dgm:pt modelId="{A42A6497-CA6B-48A5-9027-EEBBE81A256C}" type="pres">
      <dgm:prSet presAssocID="{10F11DBF-6F58-4A92-AD29-CE03C1CEA1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0EDE29-49B3-4973-889F-26542F7E954E}" type="pres">
      <dgm:prSet presAssocID="{10F11DBF-6F58-4A92-AD29-CE03C1CEA13E}" presName="negativeSpace" presStyleCnt="0"/>
      <dgm:spPr/>
    </dgm:pt>
    <dgm:pt modelId="{8371FA92-2A3D-45BE-A354-E724ED00CE11}" type="pres">
      <dgm:prSet presAssocID="{10F11DBF-6F58-4A92-AD29-CE03C1CEA13E}" presName="childText" presStyleLbl="conFgAcc1" presStyleIdx="2" presStyleCnt="4">
        <dgm:presLayoutVars>
          <dgm:bulletEnabled val="1"/>
        </dgm:presLayoutVars>
      </dgm:prSet>
      <dgm:spPr/>
    </dgm:pt>
    <dgm:pt modelId="{14BCD6EF-6B97-433B-A3E9-8A42EF14C679}" type="pres">
      <dgm:prSet presAssocID="{65D202AF-3BCD-4C0A-94AB-6DC0615887B2}" presName="spaceBetweenRectangles" presStyleCnt="0"/>
      <dgm:spPr/>
    </dgm:pt>
    <dgm:pt modelId="{0305712F-7CAC-4AC2-969B-4AD5DDD03E9D}" type="pres">
      <dgm:prSet presAssocID="{2553F566-BE02-45C0-BD0C-499E66EBE7E5}" presName="parentLin" presStyleCnt="0"/>
      <dgm:spPr/>
    </dgm:pt>
    <dgm:pt modelId="{8895578F-B535-4579-A849-4D3B51944D2A}" type="pres">
      <dgm:prSet presAssocID="{2553F566-BE02-45C0-BD0C-499E66EBE7E5}" presName="parentLeftMargin" presStyleLbl="node1" presStyleIdx="2" presStyleCnt="4"/>
      <dgm:spPr/>
    </dgm:pt>
    <dgm:pt modelId="{3A4D3186-9D7E-450A-8EFB-E44B1C6ECE89}" type="pres">
      <dgm:prSet presAssocID="{2553F566-BE02-45C0-BD0C-499E66EBE7E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0F4EB71-F8D0-45CC-B547-445A5AB2CE84}" type="pres">
      <dgm:prSet presAssocID="{2553F566-BE02-45C0-BD0C-499E66EBE7E5}" presName="negativeSpace" presStyleCnt="0"/>
      <dgm:spPr/>
    </dgm:pt>
    <dgm:pt modelId="{39378A7A-BAA4-46E2-AE60-054E7A102354}" type="pres">
      <dgm:prSet presAssocID="{2553F566-BE02-45C0-BD0C-499E66EBE7E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4F0CF08-B201-414D-9C6F-A2B6EB83F252}" type="presOf" srcId="{62908A6A-733D-4174-AB00-030F8629485A}" destId="{41C11FCA-2FDB-4A2B-93E2-2FC0ECFE2E8F}" srcOrd="0" destOrd="0" presId="urn:microsoft.com/office/officeart/2005/8/layout/list1"/>
    <dgm:cxn modelId="{08DD600C-7061-49D6-8698-DCCF2BA7EFF2}" type="presOf" srcId="{9EE96675-39F0-4726-A963-D171CB0367B5}" destId="{E738E93A-F96B-45F1-A9A8-57042DDF8042}" srcOrd="0" destOrd="0" presId="urn:microsoft.com/office/officeart/2005/8/layout/list1"/>
    <dgm:cxn modelId="{7F6E1B0E-DC77-45D9-A1EA-19E61298D453}" type="presOf" srcId="{10F11DBF-6F58-4A92-AD29-CE03C1CEA13E}" destId="{9A609E04-F0A5-49C5-879E-DE56FA7BA190}" srcOrd="0" destOrd="0" presId="urn:microsoft.com/office/officeart/2005/8/layout/list1"/>
    <dgm:cxn modelId="{5EEDAD12-0E6D-48AE-B957-0D3FFFA4A1E8}" srcId="{62908A6A-733D-4174-AB00-030F8629485A}" destId="{2553F566-BE02-45C0-BD0C-499E66EBE7E5}" srcOrd="3" destOrd="0" parTransId="{83F9AE26-9E15-48E0-9879-C07A7C537FEE}" sibTransId="{945C3CE3-3F38-407C-B83F-F24726F89BC1}"/>
    <dgm:cxn modelId="{7E798618-A168-460D-B637-7D2595906473}" type="presOf" srcId="{9EE96675-39F0-4726-A963-D171CB0367B5}" destId="{886FE933-A309-44AA-A230-C106B5CA3915}" srcOrd="1" destOrd="0" presId="urn:microsoft.com/office/officeart/2005/8/layout/list1"/>
    <dgm:cxn modelId="{AF58F618-FEC1-4C5C-8341-5AE1DB7234FC}" srcId="{62908A6A-733D-4174-AB00-030F8629485A}" destId="{E01F920E-3FE6-4BB6-895C-D518EA4E1506}" srcOrd="0" destOrd="0" parTransId="{C3EBA952-C263-499C-940B-529F725F2F16}" sibTransId="{052DB627-1F5D-4569-9C99-B00EB6B14634}"/>
    <dgm:cxn modelId="{FD6F2839-8B77-4F45-9AB5-941E28892DA9}" type="presOf" srcId="{10F11DBF-6F58-4A92-AD29-CE03C1CEA13E}" destId="{A42A6497-CA6B-48A5-9027-EEBBE81A256C}" srcOrd="1" destOrd="0" presId="urn:microsoft.com/office/officeart/2005/8/layout/list1"/>
    <dgm:cxn modelId="{A5490041-38F8-47AB-8803-EEC808A134A5}" type="presOf" srcId="{E01F920E-3FE6-4BB6-895C-D518EA4E1506}" destId="{E2626F63-1B2A-4AEA-93B6-5B11A1DB45AC}" srcOrd="1" destOrd="0" presId="urn:microsoft.com/office/officeart/2005/8/layout/list1"/>
    <dgm:cxn modelId="{2AF9D061-5A76-4EF2-8C08-4FDBD0A82672}" type="presOf" srcId="{2553F566-BE02-45C0-BD0C-499E66EBE7E5}" destId="{3A4D3186-9D7E-450A-8EFB-E44B1C6ECE89}" srcOrd="1" destOrd="0" presId="urn:microsoft.com/office/officeart/2005/8/layout/list1"/>
    <dgm:cxn modelId="{A7D00A50-7406-44DC-BC9C-7FA51C408041}" type="presOf" srcId="{2553F566-BE02-45C0-BD0C-499E66EBE7E5}" destId="{8895578F-B535-4579-A849-4D3B51944D2A}" srcOrd="0" destOrd="0" presId="urn:microsoft.com/office/officeart/2005/8/layout/list1"/>
    <dgm:cxn modelId="{917D7C53-79BC-4A59-BC57-322454EBEBEF}" srcId="{62908A6A-733D-4174-AB00-030F8629485A}" destId="{9EE96675-39F0-4726-A963-D171CB0367B5}" srcOrd="1" destOrd="0" parTransId="{08336002-9B58-4D4E-9D31-F06E3D9FD151}" sibTransId="{8CF8F3C5-1111-49D9-AF2F-9218B7BEAD8D}"/>
    <dgm:cxn modelId="{68C00975-00EE-45E3-AFFA-DA4407E3B4E8}" type="presOf" srcId="{E01F920E-3FE6-4BB6-895C-D518EA4E1506}" destId="{2A6051CC-E547-46CC-9B64-554A7AE348BA}" srcOrd="0" destOrd="0" presId="urn:microsoft.com/office/officeart/2005/8/layout/list1"/>
    <dgm:cxn modelId="{B26A06B4-9C5E-4EC9-A6C7-1FAA52B53732}" srcId="{62908A6A-733D-4174-AB00-030F8629485A}" destId="{10F11DBF-6F58-4A92-AD29-CE03C1CEA13E}" srcOrd="2" destOrd="0" parTransId="{FDB51CFF-5CD8-48BB-96D6-8C4FE29E6A6A}" sibTransId="{65D202AF-3BCD-4C0A-94AB-6DC0615887B2}"/>
    <dgm:cxn modelId="{D6F843CA-54C8-41E7-B2D0-66E760523A6B}" type="presParOf" srcId="{41C11FCA-2FDB-4A2B-93E2-2FC0ECFE2E8F}" destId="{C4A7D4CF-2283-48A4-9C16-D203375B7D6A}" srcOrd="0" destOrd="0" presId="urn:microsoft.com/office/officeart/2005/8/layout/list1"/>
    <dgm:cxn modelId="{86C0C81E-24EB-405E-936F-29FDB61ECFEF}" type="presParOf" srcId="{C4A7D4CF-2283-48A4-9C16-D203375B7D6A}" destId="{2A6051CC-E547-46CC-9B64-554A7AE348BA}" srcOrd="0" destOrd="0" presId="urn:microsoft.com/office/officeart/2005/8/layout/list1"/>
    <dgm:cxn modelId="{50902818-2801-4BC3-A322-AE78BEE5E718}" type="presParOf" srcId="{C4A7D4CF-2283-48A4-9C16-D203375B7D6A}" destId="{E2626F63-1B2A-4AEA-93B6-5B11A1DB45AC}" srcOrd="1" destOrd="0" presId="urn:microsoft.com/office/officeart/2005/8/layout/list1"/>
    <dgm:cxn modelId="{B17F4861-C048-4BA3-B549-1AA5CE9A4294}" type="presParOf" srcId="{41C11FCA-2FDB-4A2B-93E2-2FC0ECFE2E8F}" destId="{DDA04CC4-D305-4C1A-82C2-17783F2BAA38}" srcOrd="1" destOrd="0" presId="urn:microsoft.com/office/officeart/2005/8/layout/list1"/>
    <dgm:cxn modelId="{302AC2FA-4635-488C-9762-D956188DA686}" type="presParOf" srcId="{41C11FCA-2FDB-4A2B-93E2-2FC0ECFE2E8F}" destId="{34AE1C6C-04B6-4EE6-97D5-B4F8904C8E47}" srcOrd="2" destOrd="0" presId="urn:microsoft.com/office/officeart/2005/8/layout/list1"/>
    <dgm:cxn modelId="{1550092C-A771-498D-8061-77E79252291D}" type="presParOf" srcId="{41C11FCA-2FDB-4A2B-93E2-2FC0ECFE2E8F}" destId="{2E137A61-CEB1-459B-9CFF-24A99DB519DC}" srcOrd="3" destOrd="0" presId="urn:microsoft.com/office/officeart/2005/8/layout/list1"/>
    <dgm:cxn modelId="{80668DE6-4D11-4EB0-B778-A5253494E37F}" type="presParOf" srcId="{41C11FCA-2FDB-4A2B-93E2-2FC0ECFE2E8F}" destId="{ADC9268C-FA0D-429E-BDF4-9842C4068136}" srcOrd="4" destOrd="0" presId="urn:microsoft.com/office/officeart/2005/8/layout/list1"/>
    <dgm:cxn modelId="{20B43D37-586D-4E4C-BC80-BE4000FABCED}" type="presParOf" srcId="{ADC9268C-FA0D-429E-BDF4-9842C4068136}" destId="{E738E93A-F96B-45F1-A9A8-57042DDF8042}" srcOrd="0" destOrd="0" presId="urn:microsoft.com/office/officeart/2005/8/layout/list1"/>
    <dgm:cxn modelId="{2C29EB46-81CA-4006-824E-0255982E271E}" type="presParOf" srcId="{ADC9268C-FA0D-429E-BDF4-9842C4068136}" destId="{886FE933-A309-44AA-A230-C106B5CA3915}" srcOrd="1" destOrd="0" presId="urn:microsoft.com/office/officeart/2005/8/layout/list1"/>
    <dgm:cxn modelId="{64300AA4-3CD0-4605-B9A2-CC03C747C0BD}" type="presParOf" srcId="{41C11FCA-2FDB-4A2B-93E2-2FC0ECFE2E8F}" destId="{1A5A4246-2A96-41B8-8C61-2964A4B49226}" srcOrd="5" destOrd="0" presId="urn:microsoft.com/office/officeart/2005/8/layout/list1"/>
    <dgm:cxn modelId="{344DA9E4-2F40-4C49-855F-7C6023B98BAE}" type="presParOf" srcId="{41C11FCA-2FDB-4A2B-93E2-2FC0ECFE2E8F}" destId="{2E27E1A1-CF74-42C4-A5EF-A43B600ED178}" srcOrd="6" destOrd="0" presId="urn:microsoft.com/office/officeart/2005/8/layout/list1"/>
    <dgm:cxn modelId="{389D1D04-5719-47C1-89AA-DD551F078E9A}" type="presParOf" srcId="{41C11FCA-2FDB-4A2B-93E2-2FC0ECFE2E8F}" destId="{35D73B92-B8FF-4CF0-9612-1FF55F6DB7AC}" srcOrd="7" destOrd="0" presId="urn:microsoft.com/office/officeart/2005/8/layout/list1"/>
    <dgm:cxn modelId="{F63C8428-9267-4A7F-8171-4D16BF744DA8}" type="presParOf" srcId="{41C11FCA-2FDB-4A2B-93E2-2FC0ECFE2E8F}" destId="{59284F0E-53F9-4B6C-95CC-6EE444B1C050}" srcOrd="8" destOrd="0" presId="urn:microsoft.com/office/officeart/2005/8/layout/list1"/>
    <dgm:cxn modelId="{493C09FE-B4BF-42F5-81ED-029573C82D41}" type="presParOf" srcId="{59284F0E-53F9-4B6C-95CC-6EE444B1C050}" destId="{9A609E04-F0A5-49C5-879E-DE56FA7BA190}" srcOrd="0" destOrd="0" presId="urn:microsoft.com/office/officeart/2005/8/layout/list1"/>
    <dgm:cxn modelId="{1EAFBEFD-FC50-488A-97D2-40F68C7B5E0A}" type="presParOf" srcId="{59284F0E-53F9-4B6C-95CC-6EE444B1C050}" destId="{A42A6497-CA6B-48A5-9027-EEBBE81A256C}" srcOrd="1" destOrd="0" presId="urn:microsoft.com/office/officeart/2005/8/layout/list1"/>
    <dgm:cxn modelId="{5463809B-C270-4664-8BC4-9042FBC501D2}" type="presParOf" srcId="{41C11FCA-2FDB-4A2B-93E2-2FC0ECFE2E8F}" destId="{2C0EDE29-49B3-4973-889F-26542F7E954E}" srcOrd="9" destOrd="0" presId="urn:microsoft.com/office/officeart/2005/8/layout/list1"/>
    <dgm:cxn modelId="{D1778342-CB9A-4BA7-B554-741164949F1E}" type="presParOf" srcId="{41C11FCA-2FDB-4A2B-93E2-2FC0ECFE2E8F}" destId="{8371FA92-2A3D-45BE-A354-E724ED00CE11}" srcOrd="10" destOrd="0" presId="urn:microsoft.com/office/officeart/2005/8/layout/list1"/>
    <dgm:cxn modelId="{B3BB3594-8A2D-4D94-A49F-87A8882AFCEF}" type="presParOf" srcId="{41C11FCA-2FDB-4A2B-93E2-2FC0ECFE2E8F}" destId="{14BCD6EF-6B97-433B-A3E9-8A42EF14C679}" srcOrd="11" destOrd="0" presId="urn:microsoft.com/office/officeart/2005/8/layout/list1"/>
    <dgm:cxn modelId="{8AA08FA7-9100-4212-B59C-DB44A778CF58}" type="presParOf" srcId="{41C11FCA-2FDB-4A2B-93E2-2FC0ECFE2E8F}" destId="{0305712F-7CAC-4AC2-969B-4AD5DDD03E9D}" srcOrd="12" destOrd="0" presId="urn:microsoft.com/office/officeart/2005/8/layout/list1"/>
    <dgm:cxn modelId="{460D0E13-2C71-45AD-89D4-F20CE827A8A5}" type="presParOf" srcId="{0305712F-7CAC-4AC2-969B-4AD5DDD03E9D}" destId="{8895578F-B535-4579-A849-4D3B51944D2A}" srcOrd="0" destOrd="0" presId="urn:microsoft.com/office/officeart/2005/8/layout/list1"/>
    <dgm:cxn modelId="{286EE760-DB37-4B13-AC67-75A1A8004E16}" type="presParOf" srcId="{0305712F-7CAC-4AC2-969B-4AD5DDD03E9D}" destId="{3A4D3186-9D7E-450A-8EFB-E44B1C6ECE89}" srcOrd="1" destOrd="0" presId="urn:microsoft.com/office/officeart/2005/8/layout/list1"/>
    <dgm:cxn modelId="{67FAE3F8-AADE-4B24-95EC-740BE4864667}" type="presParOf" srcId="{41C11FCA-2FDB-4A2B-93E2-2FC0ECFE2E8F}" destId="{30F4EB71-F8D0-45CC-B547-445A5AB2CE84}" srcOrd="13" destOrd="0" presId="urn:microsoft.com/office/officeart/2005/8/layout/list1"/>
    <dgm:cxn modelId="{5EE1F8D1-AA6A-42FA-9717-0C5DBAC900BF}" type="presParOf" srcId="{41C11FCA-2FDB-4A2B-93E2-2FC0ECFE2E8F}" destId="{39378A7A-BAA4-46E2-AE60-054E7A10235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E80F6B-F533-4EF4-A5AA-59B488164BA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30C5AF-1D90-4F63-AE34-3DD45AF069E6}">
      <dgm:prSet phldrT="[Text]" custT="1"/>
      <dgm:spPr/>
      <dgm:t>
        <a:bodyPr/>
        <a:lstStyle/>
        <a:p>
          <a:r>
            <a:rPr lang="en-US" sz="3200" dirty="0"/>
            <a:t>Quadrated weighted kappa  </a:t>
          </a:r>
        </a:p>
      </dgm:t>
    </dgm:pt>
    <dgm:pt modelId="{77C00DB4-8BD3-4952-84C3-D8885CE3A2B6}" type="parTrans" cxnId="{4BC6FA5F-EF13-45D5-9DD3-4C982C1ED62B}">
      <dgm:prSet/>
      <dgm:spPr/>
      <dgm:t>
        <a:bodyPr/>
        <a:lstStyle/>
        <a:p>
          <a:endParaRPr lang="en-US" sz="1600"/>
        </a:p>
      </dgm:t>
    </dgm:pt>
    <dgm:pt modelId="{2D2D48A5-5229-4118-AA4C-033667AF60BD}" type="sibTrans" cxnId="{4BC6FA5F-EF13-45D5-9DD3-4C982C1ED62B}">
      <dgm:prSet/>
      <dgm:spPr/>
      <dgm:t>
        <a:bodyPr/>
        <a:lstStyle/>
        <a:p>
          <a:endParaRPr lang="en-US" sz="1600"/>
        </a:p>
      </dgm:t>
    </dgm:pt>
    <dgm:pt modelId="{08619A3E-E05B-499F-A8CF-B021017935C8}">
      <dgm:prSet phldrT="[Text]" custT="1"/>
      <dgm:spPr/>
      <dgm:t>
        <a:bodyPr/>
        <a:lstStyle/>
        <a:p>
          <a:r>
            <a:rPr lang="en-US" sz="3200" dirty="0"/>
            <a:t>Mean Absolute Error  </a:t>
          </a:r>
        </a:p>
      </dgm:t>
    </dgm:pt>
    <dgm:pt modelId="{7BF27040-EFD8-42FF-B66D-31A077851933}" type="parTrans" cxnId="{4F869886-9732-4584-B47C-23B8D9C194CB}">
      <dgm:prSet/>
      <dgm:spPr/>
      <dgm:t>
        <a:bodyPr/>
        <a:lstStyle/>
        <a:p>
          <a:endParaRPr lang="en-US" sz="1600"/>
        </a:p>
      </dgm:t>
    </dgm:pt>
    <dgm:pt modelId="{115CDCBB-3CD0-42E8-8A44-6F5D3F776870}" type="sibTrans" cxnId="{4F869886-9732-4584-B47C-23B8D9C194CB}">
      <dgm:prSet/>
      <dgm:spPr/>
      <dgm:t>
        <a:bodyPr/>
        <a:lstStyle/>
        <a:p>
          <a:endParaRPr lang="en-US" sz="1600"/>
        </a:p>
      </dgm:t>
    </dgm:pt>
    <dgm:pt modelId="{A40A9022-7888-4809-8C02-492025825789}">
      <dgm:prSet phldrT="[Text]" custT="1"/>
      <dgm:spPr/>
      <dgm:t>
        <a:bodyPr/>
        <a:lstStyle/>
        <a:p>
          <a:r>
            <a:rPr lang="en-US" sz="3200" dirty="0"/>
            <a:t>Pearson Correlation Coefficient </a:t>
          </a:r>
        </a:p>
      </dgm:t>
    </dgm:pt>
    <dgm:pt modelId="{A9C306E9-FCF9-497C-B16E-5F6F532D54E4}" type="parTrans" cxnId="{B759D9EC-9316-4976-8700-D4B1D598566F}">
      <dgm:prSet/>
      <dgm:spPr/>
      <dgm:t>
        <a:bodyPr/>
        <a:lstStyle/>
        <a:p>
          <a:endParaRPr lang="en-US" sz="1600"/>
        </a:p>
      </dgm:t>
    </dgm:pt>
    <dgm:pt modelId="{C9240BBE-6278-433F-8644-95DE7D03BDE6}" type="sibTrans" cxnId="{B759D9EC-9316-4976-8700-D4B1D598566F}">
      <dgm:prSet/>
      <dgm:spPr/>
      <dgm:t>
        <a:bodyPr/>
        <a:lstStyle/>
        <a:p>
          <a:endParaRPr lang="en-US" sz="1600"/>
        </a:p>
      </dgm:t>
    </dgm:pt>
    <dgm:pt modelId="{4D910083-2C04-4EC0-81BE-3DF238787EEA}" type="pres">
      <dgm:prSet presAssocID="{CDE80F6B-F533-4EF4-A5AA-59B488164BAC}" presName="linear" presStyleCnt="0">
        <dgm:presLayoutVars>
          <dgm:dir/>
          <dgm:animLvl val="lvl"/>
          <dgm:resizeHandles val="exact"/>
        </dgm:presLayoutVars>
      </dgm:prSet>
      <dgm:spPr/>
    </dgm:pt>
    <dgm:pt modelId="{BCCF8661-DC44-416A-B283-53BBD0BD1617}" type="pres">
      <dgm:prSet presAssocID="{9D30C5AF-1D90-4F63-AE34-3DD45AF069E6}" presName="parentLin" presStyleCnt="0"/>
      <dgm:spPr/>
    </dgm:pt>
    <dgm:pt modelId="{46B67F91-BAC9-4611-A1F1-4242B36C6752}" type="pres">
      <dgm:prSet presAssocID="{9D30C5AF-1D90-4F63-AE34-3DD45AF069E6}" presName="parentLeftMargin" presStyleLbl="node1" presStyleIdx="0" presStyleCnt="3"/>
      <dgm:spPr/>
    </dgm:pt>
    <dgm:pt modelId="{3B6EE890-C8A8-4D19-93C4-DC0637547FE9}" type="pres">
      <dgm:prSet presAssocID="{9D30C5AF-1D90-4F63-AE34-3DD45AF069E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874CBB-5A15-4777-8485-7BD219BEAFEF}" type="pres">
      <dgm:prSet presAssocID="{9D30C5AF-1D90-4F63-AE34-3DD45AF069E6}" presName="negativeSpace" presStyleCnt="0"/>
      <dgm:spPr/>
    </dgm:pt>
    <dgm:pt modelId="{0838248B-6F8D-4679-88E9-5FDE802061C4}" type="pres">
      <dgm:prSet presAssocID="{9D30C5AF-1D90-4F63-AE34-3DD45AF069E6}" presName="childText" presStyleLbl="conFgAcc1" presStyleIdx="0" presStyleCnt="3">
        <dgm:presLayoutVars>
          <dgm:bulletEnabled val="1"/>
        </dgm:presLayoutVars>
      </dgm:prSet>
      <dgm:spPr/>
    </dgm:pt>
    <dgm:pt modelId="{616DC232-D9E1-4697-8581-69AF91EFE807}" type="pres">
      <dgm:prSet presAssocID="{2D2D48A5-5229-4118-AA4C-033667AF60BD}" presName="spaceBetweenRectangles" presStyleCnt="0"/>
      <dgm:spPr/>
    </dgm:pt>
    <dgm:pt modelId="{CDC3595C-1216-4D68-BCDA-5B10A503F155}" type="pres">
      <dgm:prSet presAssocID="{08619A3E-E05B-499F-A8CF-B021017935C8}" presName="parentLin" presStyleCnt="0"/>
      <dgm:spPr/>
    </dgm:pt>
    <dgm:pt modelId="{C917005B-782B-4D67-99FC-2EB9698D3003}" type="pres">
      <dgm:prSet presAssocID="{08619A3E-E05B-499F-A8CF-B021017935C8}" presName="parentLeftMargin" presStyleLbl="node1" presStyleIdx="0" presStyleCnt="3"/>
      <dgm:spPr/>
    </dgm:pt>
    <dgm:pt modelId="{6A8133B9-0A03-486A-BB29-FD88EFD5114C}" type="pres">
      <dgm:prSet presAssocID="{08619A3E-E05B-499F-A8CF-B021017935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27EB24-CD10-4F3A-B68B-855AB04BA1DD}" type="pres">
      <dgm:prSet presAssocID="{08619A3E-E05B-499F-A8CF-B021017935C8}" presName="negativeSpace" presStyleCnt="0"/>
      <dgm:spPr/>
    </dgm:pt>
    <dgm:pt modelId="{CB92D46C-168D-4531-94F7-62A9C59E80B1}" type="pres">
      <dgm:prSet presAssocID="{08619A3E-E05B-499F-A8CF-B021017935C8}" presName="childText" presStyleLbl="conFgAcc1" presStyleIdx="1" presStyleCnt="3">
        <dgm:presLayoutVars>
          <dgm:bulletEnabled val="1"/>
        </dgm:presLayoutVars>
      </dgm:prSet>
      <dgm:spPr/>
    </dgm:pt>
    <dgm:pt modelId="{B64E35DE-FA50-48C0-9ED1-B29C1CA0EA35}" type="pres">
      <dgm:prSet presAssocID="{115CDCBB-3CD0-42E8-8A44-6F5D3F776870}" presName="spaceBetweenRectangles" presStyleCnt="0"/>
      <dgm:spPr/>
    </dgm:pt>
    <dgm:pt modelId="{4B8D733B-0CB4-4EDB-B1E7-2D9AAA99AFB0}" type="pres">
      <dgm:prSet presAssocID="{A40A9022-7888-4809-8C02-492025825789}" presName="parentLin" presStyleCnt="0"/>
      <dgm:spPr/>
    </dgm:pt>
    <dgm:pt modelId="{59B1B7CF-A728-40AE-973A-955B909854EC}" type="pres">
      <dgm:prSet presAssocID="{A40A9022-7888-4809-8C02-492025825789}" presName="parentLeftMargin" presStyleLbl="node1" presStyleIdx="1" presStyleCnt="3"/>
      <dgm:spPr/>
    </dgm:pt>
    <dgm:pt modelId="{E2C0CBBB-C06A-4B25-99FA-E4A0AF960F87}" type="pres">
      <dgm:prSet presAssocID="{A40A9022-7888-4809-8C02-49202582578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64A0B78-2617-4DDC-AD59-8A4E327D099E}" type="pres">
      <dgm:prSet presAssocID="{A40A9022-7888-4809-8C02-492025825789}" presName="negativeSpace" presStyleCnt="0"/>
      <dgm:spPr/>
    </dgm:pt>
    <dgm:pt modelId="{A8676568-F4B8-4150-BFEA-434D2F8BD9CE}" type="pres">
      <dgm:prSet presAssocID="{A40A9022-7888-4809-8C02-49202582578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B66B819-A634-46FC-8090-8EDBE6AEAA86}" type="presOf" srcId="{08619A3E-E05B-499F-A8CF-B021017935C8}" destId="{6A8133B9-0A03-486A-BB29-FD88EFD5114C}" srcOrd="1" destOrd="0" presId="urn:microsoft.com/office/officeart/2005/8/layout/list1"/>
    <dgm:cxn modelId="{42A91629-3696-422D-BEC7-1EBF6B6F9776}" type="presOf" srcId="{9D30C5AF-1D90-4F63-AE34-3DD45AF069E6}" destId="{3B6EE890-C8A8-4D19-93C4-DC0637547FE9}" srcOrd="1" destOrd="0" presId="urn:microsoft.com/office/officeart/2005/8/layout/list1"/>
    <dgm:cxn modelId="{4BC6FA5F-EF13-45D5-9DD3-4C982C1ED62B}" srcId="{CDE80F6B-F533-4EF4-A5AA-59B488164BAC}" destId="{9D30C5AF-1D90-4F63-AE34-3DD45AF069E6}" srcOrd="0" destOrd="0" parTransId="{77C00DB4-8BD3-4952-84C3-D8885CE3A2B6}" sibTransId="{2D2D48A5-5229-4118-AA4C-033667AF60BD}"/>
    <dgm:cxn modelId="{427C896C-E918-4C3E-92B9-2B7A523AC527}" type="presOf" srcId="{A40A9022-7888-4809-8C02-492025825789}" destId="{E2C0CBBB-C06A-4B25-99FA-E4A0AF960F87}" srcOrd="1" destOrd="0" presId="urn:microsoft.com/office/officeart/2005/8/layout/list1"/>
    <dgm:cxn modelId="{4F869886-9732-4584-B47C-23B8D9C194CB}" srcId="{CDE80F6B-F533-4EF4-A5AA-59B488164BAC}" destId="{08619A3E-E05B-499F-A8CF-B021017935C8}" srcOrd="1" destOrd="0" parTransId="{7BF27040-EFD8-42FF-B66D-31A077851933}" sibTransId="{115CDCBB-3CD0-42E8-8A44-6F5D3F776870}"/>
    <dgm:cxn modelId="{45514A90-5528-450B-BC9F-09EAFD0A172A}" type="presOf" srcId="{CDE80F6B-F533-4EF4-A5AA-59B488164BAC}" destId="{4D910083-2C04-4EC0-81BE-3DF238787EEA}" srcOrd="0" destOrd="0" presId="urn:microsoft.com/office/officeart/2005/8/layout/list1"/>
    <dgm:cxn modelId="{FF77C6A5-4FA9-4350-A1D8-50DE45A673B3}" type="presOf" srcId="{A40A9022-7888-4809-8C02-492025825789}" destId="{59B1B7CF-A728-40AE-973A-955B909854EC}" srcOrd="0" destOrd="0" presId="urn:microsoft.com/office/officeart/2005/8/layout/list1"/>
    <dgm:cxn modelId="{CFF39AB9-78F9-41B2-96D8-98D10B3AD0E2}" type="presOf" srcId="{9D30C5AF-1D90-4F63-AE34-3DD45AF069E6}" destId="{46B67F91-BAC9-4611-A1F1-4242B36C6752}" srcOrd="0" destOrd="0" presId="urn:microsoft.com/office/officeart/2005/8/layout/list1"/>
    <dgm:cxn modelId="{59A240CF-357D-46B4-9B88-F56EC07B6FD0}" type="presOf" srcId="{08619A3E-E05B-499F-A8CF-B021017935C8}" destId="{C917005B-782B-4D67-99FC-2EB9698D3003}" srcOrd="0" destOrd="0" presId="urn:microsoft.com/office/officeart/2005/8/layout/list1"/>
    <dgm:cxn modelId="{B759D9EC-9316-4976-8700-D4B1D598566F}" srcId="{CDE80F6B-F533-4EF4-A5AA-59B488164BAC}" destId="{A40A9022-7888-4809-8C02-492025825789}" srcOrd="2" destOrd="0" parTransId="{A9C306E9-FCF9-497C-B16E-5F6F532D54E4}" sibTransId="{C9240BBE-6278-433F-8644-95DE7D03BDE6}"/>
    <dgm:cxn modelId="{44805A61-1D8B-464C-AD14-0499E117FC35}" type="presParOf" srcId="{4D910083-2C04-4EC0-81BE-3DF238787EEA}" destId="{BCCF8661-DC44-416A-B283-53BBD0BD1617}" srcOrd="0" destOrd="0" presId="urn:microsoft.com/office/officeart/2005/8/layout/list1"/>
    <dgm:cxn modelId="{AA09FA4E-D0B3-4E3C-8939-623E2034B6CA}" type="presParOf" srcId="{BCCF8661-DC44-416A-B283-53BBD0BD1617}" destId="{46B67F91-BAC9-4611-A1F1-4242B36C6752}" srcOrd="0" destOrd="0" presId="urn:microsoft.com/office/officeart/2005/8/layout/list1"/>
    <dgm:cxn modelId="{933A37C7-0374-4F84-9D62-A44CC348EBCC}" type="presParOf" srcId="{BCCF8661-DC44-416A-B283-53BBD0BD1617}" destId="{3B6EE890-C8A8-4D19-93C4-DC0637547FE9}" srcOrd="1" destOrd="0" presId="urn:microsoft.com/office/officeart/2005/8/layout/list1"/>
    <dgm:cxn modelId="{BDC2E91A-6A8C-48FF-B3D9-0B24B7B8F8F6}" type="presParOf" srcId="{4D910083-2C04-4EC0-81BE-3DF238787EEA}" destId="{03874CBB-5A15-4777-8485-7BD219BEAFEF}" srcOrd="1" destOrd="0" presId="urn:microsoft.com/office/officeart/2005/8/layout/list1"/>
    <dgm:cxn modelId="{89F601A3-579A-4382-BFE5-9B2594A8F3D8}" type="presParOf" srcId="{4D910083-2C04-4EC0-81BE-3DF238787EEA}" destId="{0838248B-6F8D-4679-88E9-5FDE802061C4}" srcOrd="2" destOrd="0" presId="urn:microsoft.com/office/officeart/2005/8/layout/list1"/>
    <dgm:cxn modelId="{96A9A201-DB38-4F54-A0C0-BEDB524B3195}" type="presParOf" srcId="{4D910083-2C04-4EC0-81BE-3DF238787EEA}" destId="{616DC232-D9E1-4697-8581-69AF91EFE807}" srcOrd="3" destOrd="0" presId="urn:microsoft.com/office/officeart/2005/8/layout/list1"/>
    <dgm:cxn modelId="{0F84EDB4-5BD3-4739-92BB-15E5265D1B4D}" type="presParOf" srcId="{4D910083-2C04-4EC0-81BE-3DF238787EEA}" destId="{CDC3595C-1216-4D68-BCDA-5B10A503F155}" srcOrd="4" destOrd="0" presId="urn:microsoft.com/office/officeart/2005/8/layout/list1"/>
    <dgm:cxn modelId="{7D6144F3-E67E-4BFA-A7BE-4BED5FB3A9C3}" type="presParOf" srcId="{CDC3595C-1216-4D68-BCDA-5B10A503F155}" destId="{C917005B-782B-4D67-99FC-2EB9698D3003}" srcOrd="0" destOrd="0" presId="urn:microsoft.com/office/officeart/2005/8/layout/list1"/>
    <dgm:cxn modelId="{B63FFB86-8B73-4B4B-B11D-276AE933617E}" type="presParOf" srcId="{CDC3595C-1216-4D68-BCDA-5B10A503F155}" destId="{6A8133B9-0A03-486A-BB29-FD88EFD5114C}" srcOrd="1" destOrd="0" presId="urn:microsoft.com/office/officeart/2005/8/layout/list1"/>
    <dgm:cxn modelId="{BD484BD0-E89C-4D99-A8C6-56CA2FEF04E0}" type="presParOf" srcId="{4D910083-2C04-4EC0-81BE-3DF238787EEA}" destId="{1B27EB24-CD10-4F3A-B68B-855AB04BA1DD}" srcOrd="5" destOrd="0" presId="urn:microsoft.com/office/officeart/2005/8/layout/list1"/>
    <dgm:cxn modelId="{08809BAB-D99F-46C1-A080-0ECBF5C9ECC4}" type="presParOf" srcId="{4D910083-2C04-4EC0-81BE-3DF238787EEA}" destId="{CB92D46C-168D-4531-94F7-62A9C59E80B1}" srcOrd="6" destOrd="0" presId="urn:microsoft.com/office/officeart/2005/8/layout/list1"/>
    <dgm:cxn modelId="{7164AFF5-DCD3-487A-853E-5045F3E6B0B0}" type="presParOf" srcId="{4D910083-2C04-4EC0-81BE-3DF238787EEA}" destId="{B64E35DE-FA50-48C0-9ED1-B29C1CA0EA35}" srcOrd="7" destOrd="0" presId="urn:microsoft.com/office/officeart/2005/8/layout/list1"/>
    <dgm:cxn modelId="{868006CC-6C31-47A5-8D62-F365E4EF05B1}" type="presParOf" srcId="{4D910083-2C04-4EC0-81BE-3DF238787EEA}" destId="{4B8D733B-0CB4-4EDB-B1E7-2D9AAA99AFB0}" srcOrd="8" destOrd="0" presId="urn:microsoft.com/office/officeart/2005/8/layout/list1"/>
    <dgm:cxn modelId="{C78EE20C-24CD-47F2-AD7D-DF28015C5044}" type="presParOf" srcId="{4B8D733B-0CB4-4EDB-B1E7-2D9AAA99AFB0}" destId="{59B1B7CF-A728-40AE-973A-955B909854EC}" srcOrd="0" destOrd="0" presId="urn:microsoft.com/office/officeart/2005/8/layout/list1"/>
    <dgm:cxn modelId="{3F54FDCA-D47F-4F38-927C-26F1B014F08D}" type="presParOf" srcId="{4B8D733B-0CB4-4EDB-B1E7-2D9AAA99AFB0}" destId="{E2C0CBBB-C06A-4B25-99FA-E4A0AF960F87}" srcOrd="1" destOrd="0" presId="urn:microsoft.com/office/officeart/2005/8/layout/list1"/>
    <dgm:cxn modelId="{485D537D-0F7C-487E-94C2-7344F75BACC4}" type="presParOf" srcId="{4D910083-2C04-4EC0-81BE-3DF238787EEA}" destId="{864A0B78-2617-4DDC-AD59-8A4E327D099E}" srcOrd="9" destOrd="0" presId="urn:microsoft.com/office/officeart/2005/8/layout/list1"/>
    <dgm:cxn modelId="{EEE2A5A5-87E0-440D-AE2C-6B4376985108}" type="presParOf" srcId="{4D910083-2C04-4EC0-81BE-3DF238787EEA}" destId="{A8676568-F4B8-4150-BFEA-434D2F8BD9C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38F95-732E-4A3E-AD48-62FB6CC60AF2}">
      <dsp:nvSpPr>
        <dsp:cNvPr id="0" name=""/>
        <dsp:cNvSpPr/>
      </dsp:nvSpPr>
      <dsp:spPr>
        <a:xfrm>
          <a:off x="5828246" y="1676759"/>
          <a:ext cx="501297" cy="2801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1002"/>
              </a:lnTo>
              <a:lnTo>
                <a:pt x="501297" y="28010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51E33-E8B2-41DE-B8F9-353D8ECE5F2E}">
      <dsp:nvSpPr>
        <dsp:cNvPr id="0" name=""/>
        <dsp:cNvSpPr/>
      </dsp:nvSpPr>
      <dsp:spPr>
        <a:xfrm>
          <a:off x="5828246" y="1676759"/>
          <a:ext cx="501297" cy="1743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177"/>
              </a:lnTo>
              <a:lnTo>
                <a:pt x="501297" y="1743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F7A595-C07F-4E01-AA61-94B9B3C62600}">
      <dsp:nvSpPr>
        <dsp:cNvPr id="0" name=""/>
        <dsp:cNvSpPr/>
      </dsp:nvSpPr>
      <dsp:spPr>
        <a:xfrm>
          <a:off x="5828246" y="1676759"/>
          <a:ext cx="501297" cy="685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351"/>
              </a:lnTo>
              <a:lnTo>
                <a:pt x="501297" y="685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2B7F0-E9AF-4A9E-B50E-5973D06ACC04}">
      <dsp:nvSpPr>
        <dsp:cNvPr id="0" name=""/>
        <dsp:cNvSpPr/>
      </dsp:nvSpPr>
      <dsp:spPr>
        <a:xfrm>
          <a:off x="5217322" y="746111"/>
          <a:ext cx="1947717" cy="312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38"/>
              </a:lnTo>
              <a:lnTo>
                <a:pt x="1947717" y="156438"/>
              </a:lnTo>
              <a:lnTo>
                <a:pt x="1947717" y="3128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ABAC70-5120-47F6-ADE2-2E57FD284F86}">
      <dsp:nvSpPr>
        <dsp:cNvPr id="0" name=""/>
        <dsp:cNvSpPr/>
      </dsp:nvSpPr>
      <dsp:spPr>
        <a:xfrm>
          <a:off x="1956869" y="1650462"/>
          <a:ext cx="537383" cy="1743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177"/>
              </a:lnTo>
              <a:lnTo>
                <a:pt x="537383" y="1743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5DDD7D-6291-431F-970E-959495458C45}">
      <dsp:nvSpPr>
        <dsp:cNvPr id="0" name=""/>
        <dsp:cNvSpPr/>
      </dsp:nvSpPr>
      <dsp:spPr>
        <a:xfrm>
          <a:off x="1956869" y="1650462"/>
          <a:ext cx="537383" cy="685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351"/>
              </a:lnTo>
              <a:lnTo>
                <a:pt x="537383" y="685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333151-DDFC-4635-8732-AA539D93A1DC}">
      <dsp:nvSpPr>
        <dsp:cNvPr id="0" name=""/>
        <dsp:cNvSpPr/>
      </dsp:nvSpPr>
      <dsp:spPr>
        <a:xfrm>
          <a:off x="3389891" y="746111"/>
          <a:ext cx="1827430" cy="312877"/>
        </a:xfrm>
        <a:custGeom>
          <a:avLst/>
          <a:gdLst/>
          <a:ahLst/>
          <a:cxnLst/>
          <a:rect l="0" t="0" r="0" b="0"/>
          <a:pathLst>
            <a:path>
              <a:moveTo>
                <a:pt x="1827430" y="0"/>
              </a:moveTo>
              <a:lnTo>
                <a:pt x="1827430" y="156438"/>
              </a:lnTo>
              <a:lnTo>
                <a:pt x="0" y="156438"/>
              </a:lnTo>
              <a:lnTo>
                <a:pt x="0" y="3128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A95F69-CD6F-4CA4-B582-4928D724A4A6}">
      <dsp:nvSpPr>
        <dsp:cNvPr id="0" name=""/>
        <dsp:cNvSpPr/>
      </dsp:nvSpPr>
      <dsp:spPr>
        <a:xfrm>
          <a:off x="3382077" y="1163"/>
          <a:ext cx="3670490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Text Similarity</a:t>
          </a:r>
        </a:p>
      </dsp:txBody>
      <dsp:txXfrm>
        <a:off x="3382077" y="1163"/>
        <a:ext cx="3670490" cy="744947"/>
      </dsp:txXfrm>
    </dsp:sp>
    <dsp:sp modelId="{89F4D262-EA15-4B3F-B237-9483D0FC0FF4}">
      <dsp:nvSpPr>
        <dsp:cNvPr id="0" name=""/>
        <dsp:cNvSpPr/>
      </dsp:nvSpPr>
      <dsp:spPr>
        <a:xfrm>
          <a:off x="1598613" y="1058989"/>
          <a:ext cx="3582557" cy="5914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</a:rPr>
            <a:t>String-Based</a:t>
          </a:r>
        </a:p>
      </dsp:txBody>
      <dsp:txXfrm>
        <a:off x="1598613" y="1058989"/>
        <a:ext cx="3582557" cy="591473"/>
      </dsp:txXfrm>
    </dsp:sp>
    <dsp:sp modelId="{6E99A69E-BFF8-46F1-B0D6-75C45CE6EB12}">
      <dsp:nvSpPr>
        <dsp:cNvPr id="0" name=""/>
        <dsp:cNvSpPr/>
      </dsp:nvSpPr>
      <dsp:spPr>
        <a:xfrm>
          <a:off x="2494252" y="1963340"/>
          <a:ext cx="2360798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Character-Based</a:t>
          </a:r>
        </a:p>
      </dsp:txBody>
      <dsp:txXfrm>
        <a:off x="2494252" y="1963340"/>
        <a:ext cx="2360798" cy="744947"/>
      </dsp:txXfrm>
    </dsp:sp>
    <dsp:sp modelId="{F0336F7F-AAF2-4EB7-A07C-77FEFE6489A0}">
      <dsp:nvSpPr>
        <dsp:cNvPr id="0" name=""/>
        <dsp:cNvSpPr/>
      </dsp:nvSpPr>
      <dsp:spPr>
        <a:xfrm>
          <a:off x="2494252" y="3021166"/>
          <a:ext cx="2360798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Term-Based</a:t>
          </a:r>
        </a:p>
      </dsp:txBody>
      <dsp:txXfrm>
        <a:off x="2494252" y="3021166"/>
        <a:ext cx="2360798" cy="744947"/>
      </dsp:txXfrm>
    </dsp:sp>
    <dsp:sp modelId="{EE580364-30EC-4F60-87C6-2D98CE831150}">
      <dsp:nvSpPr>
        <dsp:cNvPr id="0" name=""/>
        <dsp:cNvSpPr/>
      </dsp:nvSpPr>
      <dsp:spPr>
        <a:xfrm>
          <a:off x="5494048" y="1058989"/>
          <a:ext cx="3341983" cy="617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</a:rPr>
            <a:t>Semantic-Based</a:t>
          </a:r>
        </a:p>
      </dsp:txBody>
      <dsp:txXfrm>
        <a:off x="5494048" y="1058989"/>
        <a:ext cx="3341983" cy="617770"/>
      </dsp:txXfrm>
    </dsp:sp>
    <dsp:sp modelId="{222510FA-8C2D-40AC-9104-2431E6451338}">
      <dsp:nvSpPr>
        <dsp:cNvPr id="0" name=""/>
        <dsp:cNvSpPr/>
      </dsp:nvSpPr>
      <dsp:spPr>
        <a:xfrm>
          <a:off x="6329544" y="1989637"/>
          <a:ext cx="2662055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Corpus-Based</a:t>
          </a:r>
        </a:p>
      </dsp:txBody>
      <dsp:txXfrm>
        <a:off x="6329544" y="1989637"/>
        <a:ext cx="2662055" cy="744947"/>
      </dsp:txXfrm>
    </dsp:sp>
    <dsp:sp modelId="{268D94CE-9C8C-47A0-BF01-2A4318B1F8F0}">
      <dsp:nvSpPr>
        <dsp:cNvPr id="0" name=""/>
        <dsp:cNvSpPr/>
      </dsp:nvSpPr>
      <dsp:spPr>
        <a:xfrm>
          <a:off x="6329544" y="3047463"/>
          <a:ext cx="2662055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Knowledge-Based</a:t>
          </a:r>
        </a:p>
      </dsp:txBody>
      <dsp:txXfrm>
        <a:off x="6329544" y="3047463"/>
        <a:ext cx="2662055" cy="744947"/>
      </dsp:txXfrm>
    </dsp:sp>
    <dsp:sp modelId="{169EAEA9-1901-4475-A68E-48FF6728A2C1}">
      <dsp:nvSpPr>
        <dsp:cNvPr id="0" name=""/>
        <dsp:cNvSpPr/>
      </dsp:nvSpPr>
      <dsp:spPr>
        <a:xfrm>
          <a:off x="6329544" y="4105288"/>
          <a:ext cx="2662055" cy="7449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Embedding-Based</a:t>
          </a:r>
        </a:p>
      </dsp:txBody>
      <dsp:txXfrm>
        <a:off x="6329544" y="4105288"/>
        <a:ext cx="2662055" cy="744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E1C6C-04B6-4EE6-97D5-B4F8904C8E47}">
      <dsp:nvSpPr>
        <dsp:cNvPr id="0" name=""/>
        <dsp:cNvSpPr/>
      </dsp:nvSpPr>
      <dsp:spPr>
        <a:xfrm>
          <a:off x="0" y="696739"/>
          <a:ext cx="1015682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26F63-1B2A-4AEA-93B6-5B11A1DB45AC}">
      <dsp:nvSpPr>
        <dsp:cNvPr id="0" name=""/>
        <dsp:cNvSpPr/>
      </dsp:nvSpPr>
      <dsp:spPr>
        <a:xfrm>
          <a:off x="507841" y="386779"/>
          <a:ext cx="7109777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Normalizing and Scaling Similarity Values</a:t>
          </a:r>
        </a:p>
      </dsp:txBody>
      <dsp:txXfrm>
        <a:off x="538103" y="417041"/>
        <a:ext cx="7049253" cy="559396"/>
      </dsp:txXfrm>
    </dsp:sp>
    <dsp:sp modelId="{2E27E1A1-CF74-42C4-A5EF-A43B600ED178}">
      <dsp:nvSpPr>
        <dsp:cNvPr id="0" name=""/>
        <dsp:cNvSpPr/>
      </dsp:nvSpPr>
      <dsp:spPr>
        <a:xfrm>
          <a:off x="0" y="1649299"/>
          <a:ext cx="1015682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FE933-A309-44AA-A230-C106B5CA3915}">
      <dsp:nvSpPr>
        <dsp:cNvPr id="0" name=""/>
        <dsp:cNvSpPr/>
      </dsp:nvSpPr>
      <dsp:spPr>
        <a:xfrm>
          <a:off x="507841" y="1339339"/>
          <a:ext cx="7109777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ML Models (Regression, Classification, Clustering)</a:t>
          </a:r>
        </a:p>
      </dsp:txBody>
      <dsp:txXfrm>
        <a:off x="538103" y="1369601"/>
        <a:ext cx="7049253" cy="559396"/>
      </dsp:txXfrm>
    </dsp:sp>
    <dsp:sp modelId="{8371FA92-2A3D-45BE-A354-E724ED00CE11}">
      <dsp:nvSpPr>
        <dsp:cNvPr id="0" name=""/>
        <dsp:cNvSpPr/>
      </dsp:nvSpPr>
      <dsp:spPr>
        <a:xfrm>
          <a:off x="0" y="2601860"/>
          <a:ext cx="1015682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A6497-CA6B-48A5-9027-EEBBE81A256C}">
      <dsp:nvSpPr>
        <dsp:cNvPr id="0" name=""/>
        <dsp:cNvSpPr/>
      </dsp:nvSpPr>
      <dsp:spPr>
        <a:xfrm>
          <a:off x="507841" y="2291900"/>
          <a:ext cx="7109777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Deep Learning (Neural Networks) Models </a:t>
          </a:r>
        </a:p>
      </dsp:txBody>
      <dsp:txXfrm>
        <a:off x="538103" y="2322162"/>
        <a:ext cx="7049253" cy="559396"/>
      </dsp:txXfrm>
    </dsp:sp>
    <dsp:sp modelId="{39378A7A-BAA4-46E2-AE60-054E7A102354}">
      <dsp:nvSpPr>
        <dsp:cNvPr id="0" name=""/>
        <dsp:cNvSpPr/>
      </dsp:nvSpPr>
      <dsp:spPr>
        <a:xfrm>
          <a:off x="0" y="3554420"/>
          <a:ext cx="1015682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D3186-9D7E-450A-8EFB-E44B1C6ECE89}">
      <dsp:nvSpPr>
        <dsp:cNvPr id="0" name=""/>
        <dsp:cNvSpPr/>
      </dsp:nvSpPr>
      <dsp:spPr>
        <a:xfrm>
          <a:off x="507841" y="3244460"/>
          <a:ext cx="7109777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Ensemble-Models (Merging Different Models)</a:t>
          </a:r>
        </a:p>
      </dsp:txBody>
      <dsp:txXfrm>
        <a:off x="538103" y="3274722"/>
        <a:ext cx="7049253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8248B-6F8D-4679-88E9-5FDE802061C4}">
      <dsp:nvSpPr>
        <dsp:cNvPr id="0" name=""/>
        <dsp:cNvSpPr/>
      </dsp:nvSpPr>
      <dsp:spPr>
        <a:xfrm>
          <a:off x="0" y="51548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EE890-C8A8-4D19-93C4-DC0637547FE9}">
      <dsp:nvSpPr>
        <dsp:cNvPr id="0" name=""/>
        <dsp:cNvSpPr/>
      </dsp:nvSpPr>
      <dsp:spPr>
        <a:xfrm>
          <a:off x="507841" y="13639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Quadrated weighted kappa  </a:t>
          </a:r>
        </a:p>
      </dsp:txBody>
      <dsp:txXfrm>
        <a:off x="556837" y="62635"/>
        <a:ext cx="7011785" cy="905688"/>
      </dsp:txXfrm>
    </dsp:sp>
    <dsp:sp modelId="{CB92D46C-168D-4531-94F7-62A9C59E80B1}">
      <dsp:nvSpPr>
        <dsp:cNvPr id="0" name=""/>
        <dsp:cNvSpPr/>
      </dsp:nvSpPr>
      <dsp:spPr>
        <a:xfrm>
          <a:off x="0" y="205772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33B9-0A03-486A-BB29-FD88EFD5114C}">
      <dsp:nvSpPr>
        <dsp:cNvPr id="0" name=""/>
        <dsp:cNvSpPr/>
      </dsp:nvSpPr>
      <dsp:spPr>
        <a:xfrm>
          <a:off x="507841" y="1555880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Mean Absolute Error  </a:t>
          </a:r>
        </a:p>
      </dsp:txBody>
      <dsp:txXfrm>
        <a:off x="556837" y="1604876"/>
        <a:ext cx="7011785" cy="905688"/>
      </dsp:txXfrm>
    </dsp:sp>
    <dsp:sp modelId="{A8676568-F4B8-4150-BFEA-434D2F8BD9CE}">
      <dsp:nvSpPr>
        <dsp:cNvPr id="0" name=""/>
        <dsp:cNvSpPr/>
      </dsp:nvSpPr>
      <dsp:spPr>
        <a:xfrm>
          <a:off x="0" y="359996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0CBBB-C06A-4B25-99FA-E4A0AF960F87}">
      <dsp:nvSpPr>
        <dsp:cNvPr id="0" name=""/>
        <dsp:cNvSpPr/>
      </dsp:nvSpPr>
      <dsp:spPr>
        <a:xfrm>
          <a:off x="507841" y="3098119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Pearson Correlation Coefficient </a:t>
          </a:r>
        </a:p>
      </dsp:txBody>
      <dsp:txXfrm>
        <a:off x="556837" y="3147115"/>
        <a:ext cx="7011785" cy="9056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362E6-1066-477C-BB8F-2E8DB5EF9A84}">
      <dsp:nvSpPr>
        <dsp:cNvPr id="0" name=""/>
        <dsp:cNvSpPr/>
      </dsp:nvSpPr>
      <dsp:spPr>
        <a:xfrm>
          <a:off x="5078412" y="1923409"/>
          <a:ext cx="3593014" cy="623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790"/>
              </a:lnTo>
              <a:lnTo>
                <a:pt x="3593014" y="311790"/>
              </a:lnTo>
              <a:lnTo>
                <a:pt x="3593014" y="623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716072D-80DE-4FE3-B5F5-8D32E043F039}">
      <dsp:nvSpPr>
        <dsp:cNvPr id="0" name=""/>
        <dsp:cNvSpPr/>
      </dsp:nvSpPr>
      <dsp:spPr>
        <a:xfrm>
          <a:off x="5032692" y="1923409"/>
          <a:ext cx="91440" cy="6235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3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985C895-42F7-499F-B3EA-6B4FE1D2CC42}">
      <dsp:nvSpPr>
        <dsp:cNvPr id="0" name=""/>
        <dsp:cNvSpPr/>
      </dsp:nvSpPr>
      <dsp:spPr>
        <a:xfrm>
          <a:off x="1485398" y="1923409"/>
          <a:ext cx="3593014" cy="623580"/>
        </a:xfrm>
        <a:custGeom>
          <a:avLst/>
          <a:gdLst/>
          <a:ahLst/>
          <a:cxnLst/>
          <a:rect l="0" t="0" r="0" b="0"/>
          <a:pathLst>
            <a:path>
              <a:moveTo>
                <a:pt x="3593014" y="0"/>
              </a:moveTo>
              <a:lnTo>
                <a:pt x="3593014" y="311790"/>
              </a:lnTo>
              <a:lnTo>
                <a:pt x="0" y="311790"/>
              </a:lnTo>
              <a:lnTo>
                <a:pt x="0" y="623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D9F889F-EAC5-4588-824D-CA38A4BB4314}">
      <dsp:nvSpPr>
        <dsp:cNvPr id="0" name=""/>
        <dsp:cNvSpPr/>
      </dsp:nvSpPr>
      <dsp:spPr>
        <a:xfrm>
          <a:off x="3593695" y="438692"/>
          <a:ext cx="2969433" cy="14847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Features</a:t>
          </a:r>
        </a:p>
      </dsp:txBody>
      <dsp:txXfrm>
        <a:off x="3593695" y="438692"/>
        <a:ext cx="2969433" cy="1484716"/>
      </dsp:txXfrm>
    </dsp:sp>
    <dsp:sp modelId="{8A14C1E1-C978-4878-AF7C-553CB8F5B48C}">
      <dsp:nvSpPr>
        <dsp:cNvPr id="0" name=""/>
        <dsp:cNvSpPr/>
      </dsp:nvSpPr>
      <dsp:spPr>
        <a:xfrm>
          <a:off x="681" y="2546990"/>
          <a:ext cx="2969433" cy="14847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Statistical</a:t>
          </a:r>
        </a:p>
      </dsp:txBody>
      <dsp:txXfrm>
        <a:off x="681" y="2546990"/>
        <a:ext cx="2969433" cy="1484716"/>
      </dsp:txXfrm>
    </dsp:sp>
    <dsp:sp modelId="{53FF591C-42BF-45EC-A312-772FAD56CD28}">
      <dsp:nvSpPr>
        <dsp:cNvPr id="0" name=""/>
        <dsp:cNvSpPr/>
      </dsp:nvSpPr>
      <dsp:spPr>
        <a:xfrm>
          <a:off x="3593695" y="2546990"/>
          <a:ext cx="2969433" cy="14847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Style-Based</a:t>
          </a:r>
        </a:p>
      </dsp:txBody>
      <dsp:txXfrm>
        <a:off x="3593695" y="2546990"/>
        <a:ext cx="2969433" cy="1484716"/>
      </dsp:txXfrm>
    </dsp:sp>
    <dsp:sp modelId="{D01E47EA-DD2C-4DE4-A73E-3458F2F68318}">
      <dsp:nvSpPr>
        <dsp:cNvPr id="0" name=""/>
        <dsp:cNvSpPr/>
      </dsp:nvSpPr>
      <dsp:spPr>
        <a:xfrm>
          <a:off x="7186709" y="2546990"/>
          <a:ext cx="2969433" cy="14847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Content-Based</a:t>
          </a:r>
        </a:p>
      </dsp:txBody>
      <dsp:txXfrm>
        <a:off x="7186709" y="2546990"/>
        <a:ext cx="2969433" cy="1484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262BC-6FB1-4A4E-A81C-EF7BBD1B0D01}">
      <dsp:nvSpPr>
        <dsp:cNvPr id="0" name=""/>
        <dsp:cNvSpPr/>
      </dsp:nvSpPr>
      <dsp:spPr>
        <a:xfrm>
          <a:off x="3452" y="6920"/>
          <a:ext cx="3366492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Samples of </a:t>
          </a:r>
          <a:r>
            <a:rPr lang="en-US" sz="1800" b="1" kern="1200" dirty="0"/>
            <a:t>Statistical</a:t>
          </a:r>
          <a:r>
            <a:rPr lang="en-US" sz="1800" kern="1200" dirty="0"/>
            <a:t> Features</a:t>
          </a:r>
        </a:p>
      </dsp:txBody>
      <dsp:txXfrm>
        <a:off x="3452" y="6920"/>
        <a:ext cx="3366492" cy="979200"/>
      </dsp:txXfrm>
    </dsp:sp>
    <dsp:sp modelId="{842ED8A5-2A5F-4D11-9BCB-88152F367F98}">
      <dsp:nvSpPr>
        <dsp:cNvPr id="0" name=""/>
        <dsp:cNvSpPr/>
      </dsp:nvSpPr>
      <dsp:spPr>
        <a:xfrm>
          <a:off x="3452" y="986120"/>
          <a:ext cx="3366492" cy="21057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Essay length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Number of sentences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sentence length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Word length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N-grams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Number of spelling errors</a:t>
          </a:r>
        </a:p>
      </dsp:txBody>
      <dsp:txXfrm>
        <a:off x="3452" y="986120"/>
        <a:ext cx="3366492" cy="2105758"/>
      </dsp:txXfrm>
    </dsp:sp>
    <dsp:sp modelId="{A1412883-C8D1-4CA4-A2DD-F4A0A3582E70}">
      <dsp:nvSpPr>
        <dsp:cNvPr id="0" name=""/>
        <dsp:cNvSpPr/>
      </dsp:nvSpPr>
      <dsp:spPr>
        <a:xfrm>
          <a:off x="3841253" y="6920"/>
          <a:ext cx="3366492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Samples of </a:t>
          </a:r>
          <a:r>
            <a:rPr lang="en-US" sz="1800" b="1" kern="1200" dirty="0"/>
            <a:t>Style-based</a:t>
          </a:r>
          <a:r>
            <a:rPr lang="en-US" sz="1800" kern="1200" dirty="0"/>
            <a:t> Features</a:t>
          </a:r>
        </a:p>
      </dsp:txBody>
      <dsp:txXfrm>
        <a:off x="3841253" y="6920"/>
        <a:ext cx="3366492" cy="979200"/>
      </dsp:txXfrm>
    </dsp:sp>
    <dsp:sp modelId="{3A583BA4-61D9-4A6C-907A-50655AA68034}">
      <dsp:nvSpPr>
        <dsp:cNvPr id="0" name=""/>
        <dsp:cNvSpPr/>
      </dsp:nvSpPr>
      <dsp:spPr>
        <a:xfrm>
          <a:off x="3841253" y="986120"/>
          <a:ext cx="3366492" cy="21057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Word Choice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Sentence Structure &amp; Syntax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Punctuations &amp; Conjunctions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Part of Speech (POS)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600" b="1" kern="1200" dirty="0"/>
            <a:t>Number of Nouns, Verbs, Adjectives, Adverbs</a:t>
          </a:r>
        </a:p>
      </dsp:txBody>
      <dsp:txXfrm>
        <a:off x="3841253" y="986120"/>
        <a:ext cx="3366492" cy="2105758"/>
      </dsp:txXfrm>
    </dsp:sp>
    <dsp:sp modelId="{E433080D-5FED-4BF0-853F-3F4B62E6DFA1}">
      <dsp:nvSpPr>
        <dsp:cNvPr id="0" name=""/>
        <dsp:cNvSpPr/>
      </dsp:nvSpPr>
      <dsp:spPr>
        <a:xfrm>
          <a:off x="7679054" y="6920"/>
          <a:ext cx="3366492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Samples of </a:t>
          </a:r>
          <a:r>
            <a:rPr lang="en-US" sz="1800" b="1" kern="1200" dirty="0"/>
            <a:t>Content-Based</a:t>
          </a:r>
          <a:r>
            <a:rPr lang="en-US" sz="1800" kern="1200" dirty="0"/>
            <a:t> Features</a:t>
          </a:r>
        </a:p>
      </dsp:txBody>
      <dsp:txXfrm>
        <a:off x="7679054" y="6920"/>
        <a:ext cx="3366492" cy="979200"/>
      </dsp:txXfrm>
    </dsp:sp>
    <dsp:sp modelId="{89AF7C45-B2E1-40B9-B9DE-602E377F2787}">
      <dsp:nvSpPr>
        <dsp:cNvPr id="0" name=""/>
        <dsp:cNvSpPr/>
      </dsp:nvSpPr>
      <dsp:spPr>
        <a:xfrm>
          <a:off x="7679054" y="986120"/>
          <a:ext cx="3366492" cy="21057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Cohesion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Coherence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Relevance of information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Semantic Similarity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Domain Knowledge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b="1" kern="1200" dirty="0"/>
        </a:p>
      </dsp:txBody>
      <dsp:txXfrm>
        <a:off x="7679054" y="986120"/>
        <a:ext cx="3366492" cy="2105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E1C6C-04B6-4EE6-97D5-B4F8904C8E47}">
      <dsp:nvSpPr>
        <dsp:cNvPr id="0" name=""/>
        <dsp:cNvSpPr/>
      </dsp:nvSpPr>
      <dsp:spPr>
        <a:xfrm>
          <a:off x="0" y="403700"/>
          <a:ext cx="101568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26F63-1B2A-4AEA-93B6-5B11A1DB45AC}">
      <dsp:nvSpPr>
        <dsp:cNvPr id="0" name=""/>
        <dsp:cNvSpPr/>
      </dsp:nvSpPr>
      <dsp:spPr>
        <a:xfrm>
          <a:off x="507841" y="34699"/>
          <a:ext cx="710977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ML Regression Models</a:t>
          </a:r>
        </a:p>
      </dsp:txBody>
      <dsp:txXfrm>
        <a:off x="543867" y="70725"/>
        <a:ext cx="7037725" cy="665948"/>
      </dsp:txXfrm>
    </dsp:sp>
    <dsp:sp modelId="{2E27E1A1-CF74-42C4-A5EF-A43B600ED178}">
      <dsp:nvSpPr>
        <dsp:cNvPr id="0" name=""/>
        <dsp:cNvSpPr/>
      </dsp:nvSpPr>
      <dsp:spPr>
        <a:xfrm>
          <a:off x="0" y="1537700"/>
          <a:ext cx="101568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FE933-A309-44AA-A230-C106B5CA3915}">
      <dsp:nvSpPr>
        <dsp:cNvPr id="0" name=""/>
        <dsp:cNvSpPr/>
      </dsp:nvSpPr>
      <dsp:spPr>
        <a:xfrm>
          <a:off x="507841" y="1168700"/>
          <a:ext cx="710977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ML Classification Models</a:t>
          </a:r>
        </a:p>
      </dsp:txBody>
      <dsp:txXfrm>
        <a:off x="543867" y="1204726"/>
        <a:ext cx="7037725" cy="665948"/>
      </dsp:txXfrm>
    </dsp:sp>
    <dsp:sp modelId="{8371FA92-2A3D-45BE-A354-E724ED00CE11}">
      <dsp:nvSpPr>
        <dsp:cNvPr id="0" name=""/>
        <dsp:cNvSpPr/>
      </dsp:nvSpPr>
      <dsp:spPr>
        <a:xfrm>
          <a:off x="0" y="2671700"/>
          <a:ext cx="101568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A6497-CA6B-48A5-9027-EEBBE81A256C}">
      <dsp:nvSpPr>
        <dsp:cNvPr id="0" name=""/>
        <dsp:cNvSpPr/>
      </dsp:nvSpPr>
      <dsp:spPr>
        <a:xfrm>
          <a:off x="507841" y="2302700"/>
          <a:ext cx="710977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Ontology-Based Models</a:t>
          </a:r>
        </a:p>
      </dsp:txBody>
      <dsp:txXfrm>
        <a:off x="543867" y="2338726"/>
        <a:ext cx="7037725" cy="665948"/>
      </dsp:txXfrm>
    </dsp:sp>
    <dsp:sp modelId="{39378A7A-BAA4-46E2-AE60-054E7A102354}">
      <dsp:nvSpPr>
        <dsp:cNvPr id="0" name=""/>
        <dsp:cNvSpPr/>
      </dsp:nvSpPr>
      <dsp:spPr>
        <a:xfrm>
          <a:off x="0" y="3805700"/>
          <a:ext cx="101568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D3186-9D7E-450A-8EFB-E44B1C6ECE89}">
      <dsp:nvSpPr>
        <dsp:cNvPr id="0" name=""/>
        <dsp:cNvSpPr/>
      </dsp:nvSpPr>
      <dsp:spPr>
        <a:xfrm>
          <a:off x="507841" y="3436700"/>
          <a:ext cx="710977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Deep Learning (Neural Networks) Models </a:t>
          </a:r>
        </a:p>
      </dsp:txBody>
      <dsp:txXfrm>
        <a:off x="543867" y="3472726"/>
        <a:ext cx="7037725" cy="6659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8248B-6F8D-4679-88E9-5FDE802061C4}">
      <dsp:nvSpPr>
        <dsp:cNvPr id="0" name=""/>
        <dsp:cNvSpPr/>
      </dsp:nvSpPr>
      <dsp:spPr>
        <a:xfrm>
          <a:off x="0" y="51548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EE890-C8A8-4D19-93C4-DC0637547FE9}">
      <dsp:nvSpPr>
        <dsp:cNvPr id="0" name=""/>
        <dsp:cNvSpPr/>
      </dsp:nvSpPr>
      <dsp:spPr>
        <a:xfrm>
          <a:off x="507841" y="13639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Quadrated weighted kappa  </a:t>
          </a:r>
        </a:p>
      </dsp:txBody>
      <dsp:txXfrm>
        <a:off x="556837" y="62635"/>
        <a:ext cx="7011785" cy="905688"/>
      </dsp:txXfrm>
    </dsp:sp>
    <dsp:sp modelId="{CB92D46C-168D-4531-94F7-62A9C59E80B1}">
      <dsp:nvSpPr>
        <dsp:cNvPr id="0" name=""/>
        <dsp:cNvSpPr/>
      </dsp:nvSpPr>
      <dsp:spPr>
        <a:xfrm>
          <a:off x="0" y="205772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33B9-0A03-486A-BB29-FD88EFD5114C}">
      <dsp:nvSpPr>
        <dsp:cNvPr id="0" name=""/>
        <dsp:cNvSpPr/>
      </dsp:nvSpPr>
      <dsp:spPr>
        <a:xfrm>
          <a:off x="507841" y="1555880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Mean Absolute Error  </a:t>
          </a:r>
        </a:p>
      </dsp:txBody>
      <dsp:txXfrm>
        <a:off x="556837" y="1604876"/>
        <a:ext cx="7011785" cy="905688"/>
      </dsp:txXfrm>
    </dsp:sp>
    <dsp:sp modelId="{A8676568-F4B8-4150-BFEA-434D2F8BD9CE}">
      <dsp:nvSpPr>
        <dsp:cNvPr id="0" name=""/>
        <dsp:cNvSpPr/>
      </dsp:nvSpPr>
      <dsp:spPr>
        <a:xfrm>
          <a:off x="0" y="3599960"/>
          <a:ext cx="10156825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0CBBB-C06A-4B25-99FA-E4A0AF960F87}">
      <dsp:nvSpPr>
        <dsp:cNvPr id="0" name=""/>
        <dsp:cNvSpPr/>
      </dsp:nvSpPr>
      <dsp:spPr>
        <a:xfrm>
          <a:off x="507841" y="3098119"/>
          <a:ext cx="710977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733" tIns="0" rIns="26873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Pearson Correlation Coefficient </a:t>
          </a:r>
        </a:p>
      </dsp:txBody>
      <dsp:txXfrm>
        <a:off x="556837" y="3147115"/>
        <a:ext cx="7011785" cy="905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3/12/2023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3/12/2023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45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3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19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7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42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0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1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33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38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89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4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80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25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Sentences Involving Compositional Knowledge (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SICK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21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Sentences Involving Compositional Knowledge (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SICK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4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84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17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39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62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4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357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13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95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42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50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88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b="0" i="0" u="none" strike="noStrike" baseline="0" dirty="0">
                <a:latin typeface="STIX-Regular"/>
              </a:rPr>
              <a:t>The quadratic weighted kappa will find agreement between human evaluation score and system evaluation score and produces value ranging from 0 to 1. 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And the Mean Absolute Error is the actual difference between human-rated score to system-generated score. The mean square error (MSE) measures the average squares of the errors, i.e., the average squared difference between the human-rated and the system-generated scores. MSE will always give positive numbers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only. 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Pearson’s Correlation Coefficient (PCC) finds the correlation coefficient between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two variables. It will provide three values (0, 1, − 1). "0" represents human-rated and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system scores that are not related. "1" represents an increase in the two scores. "− 1"</a:t>
            </a:r>
          </a:p>
          <a:p>
            <a:pPr algn="l"/>
            <a:r>
              <a:rPr lang="en-US" sz="1600" b="0" i="0" u="none" strike="noStrike" baseline="0" dirty="0">
                <a:latin typeface="STIX-Regular"/>
              </a:rPr>
              <a:t>illustrates a negative relationship between the two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421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014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98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418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084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Cohesion: appropriate use of transition phrases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Coherence: appropriate transitions between ideas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451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39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71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859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03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110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756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1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3/12/2023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3/12/2023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3/12/2023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3/12/2023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3/12/2023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3/12/2023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3/12/2023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0B6VhzidiLvjSOWdGM0tOX1lUNEk/view?usp=sharing&amp;resourcekey=0-dQDQ3OZWooMbg-g48GRf1Q" TargetMode="External"/><Relationship Id="rId3" Type="http://schemas.openxmlformats.org/officeDocument/2006/relationships/hyperlink" Target="https://github.com/epfml/sent2vec" TargetMode="External"/><Relationship Id="rId7" Type="http://schemas.openxmlformats.org/officeDocument/2006/relationships/hyperlink" Target="https://drive.google.com/file/d/0B6VhzidiLvjSeHI4cmdQdXpTRHc/view?usp=sharing&amp;resourcekey=0-5wNEK0boM-tRvmkCIb8Tx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0B6VhzidiLvjSaVFLM0xJNk9DTzg/view?usp=sharing&amp;resourcekey=0--yCdYMEuuD2Ml7jIBhJiDw" TargetMode="External"/><Relationship Id="rId5" Type="http://schemas.openxmlformats.org/officeDocument/2006/relationships/hyperlink" Target="https://drive.google.com/file/d/0B6VhzidiLvjSaER5YkJUdWdPWU0/view?usp=sharing&amp;resourcekey=0-MVSyokxog2m4EQ4AGsssww" TargetMode="External"/><Relationship Id="rId10" Type="http://schemas.openxmlformats.org/officeDocument/2006/relationships/hyperlink" Target="https://drive.google.com/file/d/0B6VhzidiLvjSdENLSEhrdWprQ0k/view?usp=sharing&amp;resourcekey=0-c1Qyo6RNF5TRsVzrNXhdRw" TargetMode="External"/><Relationship Id="rId4" Type="http://schemas.openxmlformats.org/officeDocument/2006/relationships/hyperlink" Target="https://drive.google.com/file/d/0B6VhzidiLvjSa19uYWlLUEkzX3c/view?usp=sharing&amp;resourcekey=0-p9iI_hJbCuNiUq5gWz7Qpg" TargetMode="External"/><Relationship Id="rId9" Type="http://schemas.openxmlformats.org/officeDocument/2006/relationships/hyperlink" Target="http://yknzhu.wixsite.com/mbweb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2438400"/>
            <a:ext cx="7008574" cy="13684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Natural Language Processing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F160C5-1489-470B-A870-B84509B98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Sentence Embedding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b="1" dirty="0"/>
              <a:t>Simple Explanation of RNN</a:t>
            </a:r>
          </a:p>
          <a:p>
            <a:r>
              <a:rPr lang="en-US" b="1" dirty="0"/>
              <a:t>Skip-Thought Vectors</a:t>
            </a:r>
          </a:p>
          <a:p>
            <a:r>
              <a:rPr lang="en-US" b="1" dirty="0"/>
              <a:t>Sent2vec</a:t>
            </a:r>
          </a:p>
          <a:p>
            <a:r>
              <a:rPr lang="en-US" b="1" dirty="0"/>
              <a:t>Practical tasks ideas: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Short Answer Grading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Essay Scoring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Question Answering 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Sentence embedding</a:t>
            </a:r>
            <a:r>
              <a:rPr lang="en-US" dirty="0"/>
              <a:t> is the collective name for a set of techniques in natural language processing (NLP) where </a:t>
            </a:r>
            <a:r>
              <a:rPr lang="en-US" b="1" dirty="0"/>
              <a:t>sentences are mapped to vectors</a:t>
            </a:r>
            <a:r>
              <a:rPr lang="en-US" dirty="0"/>
              <a:t> of real numbers.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Popular embeddings are based on the hidden layer outputs of </a:t>
            </a:r>
            <a:r>
              <a:rPr lang="en-US" b="1" dirty="0"/>
              <a:t>transformer</a:t>
            </a:r>
            <a:r>
              <a:rPr lang="en-US" dirty="0"/>
              <a:t> models like </a:t>
            </a:r>
            <a:r>
              <a:rPr lang="en-US" b="1" dirty="0"/>
              <a:t>BERT</a:t>
            </a:r>
            <a:r>
              <a:rPr lang="en-US" dirty="0"/>
              <a:t>(SBERT).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An alternative direction is to </a:t>
            </a:r>
            <a:r>
              <a:rPr lang="en-US" b="1" dirty="0"/>
              <a:t>aggregate word embeddings</a:t>
            </a:r>
            <a:r>
              <a:rPr lang="en-US" dirty="0"/>
              <a:t>, such those returned by Word2vec, into sentence embeddings.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most straightforward approach is to simply compute the </a:t>
            </a:r>
            <a:r>
              <a:rPr lang="en-US" b="1" dirty="0"/>
              <a:t>sum</a:t>
            </a:r>
            <a:r>
              <a:rPr lang="en-US" dirty="0"/>
              <a:t> or </a:t>
            </a:r>
            <a:r>
              <a:rPr lang="en-US" b="1" dirty="0"/>
              <a:t>average of word vectors</a:t>
            </a:r>
            <a:r>
              <a:rPr lang="en-US" dirty="0"/>
              <a:t>, known as continuous bag-of-words (CBOW).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74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b="1" dirty="0" err="1"/>
              <a:t>vec</a:t>
            </a:r>
            <a:r>
              <a:rPr lang="en-US" b="1" dirty="0"/>
              <a:t>(“dog”) = (0.2, -0.3, 1.5,…)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b="1" dirty="0" err="1"/>
              <a:t>vec</a:t>
            </a:r>
            <a:r>
              <a:rPr lang="en-US" b="1" dirty="0"/>
              <a:t>(“bites”) = (0.5, 1.0, -0.4,…)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b="1" dirty="0" err="1"/>
              <a:t>vec</a:t>
            </a:r>
            <a:r>
              <a:rPr lang="en-US" b="1" dirty="0"/>
              <a:t>(“man”) = (-0.1, 2.3, -1.5,…)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Sum: </a:t>
            </a:r>
            <a:r>
              <a:rPr lang="en-US" b="1" dirty="0" err="1">
                <a:solidFill>
                  <a:srgbClr val="FF0000"/>
                </a:solidFill>
              </a:rPr>
              <a:t>vec</a:t>
            </a:r>
            <a:r>
              <a:rPr lang="en-US" b="1" dirty="0">
                <a:solidFill>
                  <a:srgbClr val="FF0000"/>
                </a:solidFill>
              </a:rPr>
              <a:t>(“dog bites man”) = (0.6, 3.0, -0.4,…)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Avg: </a:t>
            </a:r>
            <a:r>
              <a:rPr lang="en-US" b="1" dirty="0" err="1">
                <a:solidFill>
                  <a:srgbClr val="FF0000"/>
                </a:solidFill>
              </a:rPr>
              <a:t>vec</a:t>
            </a:r>
            <a:r>
              <a:rPr lang="en-US" b="1" dirty="0">
                <a:solidFill>
                  <a:srgbClr val="FF0000"/>
                </a:solidFill>
              </a:rPr>
              <a:t>(“dog bites man”) = (0.2,1.0, -0.133,…)</a:t>
            </a:r>
          </a:p>
          <a:p>
            <a:pPr marL="0" lvl="1" indent="0" algn="just">
              <a:spcBef>
                <a:spcPts val="1866"/>
              </a:spcBef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Clearly there is a lot missing from these representations: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dirty="0"/>
              <a:t>“man bites dog” = “dog bites man”</a:t>
            </a:r>
          </a:p>
          <a:p>
            <a:pPr marL="304747" lvl="1" algn="just">
              <a:spcBef>
                <a:spcPts val="1866"/>
              </a:spcBef>
              <a:buFont typeface="Wingdings" panose="05000000000000000000" pitchFamily="2" charset="2"/>
              <a:buChar char="ü"/>
            </a:pPr>
            <a:r>
              <a:rPr lang="en-US" sz="1800" dirty="0"/>
              <a:t>“the quick, brown fox jumps over the lazy dog” = “the lazy fox over the brown dog jumps quick”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0724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Motivation: </a:t>
            </a:r>
            <a:r>
              <a:rPr lang="en-US" dirty="0"/>
              <a:t>Need for </a:t>
            </a:r>
            <a:r>
              <a:rPr lang="en-US" b="1" dirty="0"/>
              <a:t>Sequential Modeling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FFF7E-AD03-031C-3964-3F073BB75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60" y="2057400"/>
            <a:ext cx="10844452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4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 recurrent neural network (</a:t>
            </a:r>
            <a:r>
              <a:rPr lang="en-US" b="1" dirty="0"/>
              <a:t>RNN</a:t>
            </a:r>
            <a:r>
              <a:rPr lang="en-US" dirty="0"/>
              <a:t>) is a neural network that is specialized for processing a sequence of data x(t)= x(1), . . . , x(τ) with the time step index t ranging from 1 to τ.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RNNs</a:t>
            </a:r>
            <a:r>
              <a:rPr lang="en-US" dirty="0"/>
              <a:t> are called recurrent because they perform the same task for every element of a sequence, with the output being depended on the previous computations.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Another way to think about RNNs is that they have a “</a:t>
            </a:r>
            <a:r>
              <a:rPr lang="en-US" b="1" dirty="0"/>
              <a:t>memory</a:t>
            </a:r>
            <a:r>
              <a:rPr lang="en-US" dirty="0"/>
              <a:t>” which captures information about what has been calculated so far.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19DEC0-1701-F174-91AF-1746A5B32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162" y="3797300"/>
            <a:ext cx="4762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01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First, it takes the X(0) from the sequence of input and then it outputs h(0) which together with X(1) is the input for the next step.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So, the h(0) and X(1) is the input for the next step.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Similarly, h(1) from the next is the input with X(2) for the next step and so on.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This way, it keeps </a:t>
            </a:r>
            <a:r>
              <a:rPr lang="en-US" b="1" dirty="0"/>
              <a:t>remembering</a:t>
            </a:r>
            <a:r>
              <a:rPr lang="en-US" dirty="0"/>
              <a:t> the </a:t>
            </a:r>
            <a:r>
              <a:rPr lang="en-US" b="1" dirty="0"/>
              <a:t>context</a:t>
            </a:r>
            <a:r>
              <a:rPr lang="en-US" dirty="0"/>
              <a:t> while training.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3DF22-9CBC-3DD4-3E11-885ED22E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812" y="3886200"/>
            <a:ext cx="780717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15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Types of sequence tasks: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5F548-BD6A-76EB-CD6B-F9C1B6E9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37" y="1971675"/>
            <a:ext cx="91344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b="1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One-to-Many:</a:t>
            </a:r>
            <a:r>
              <a:rPr lang="en-US" dirty="0"/>
              <a:t> It deals with a fixed size of information as input that gives a sequence of data as output.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Example: </a:t>
            </a:r>
            <a:r>
              <a:rPr lang="en-US" b="1" dirty="0"/>
              <a:t>Image Captioning</a:t>
            </a:r>
            <a:r>
              <a:rPr lang="en-US" dirty="0"/>
              <a:t> takes the image as input and outputs a sentence of words.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Many-to-One: </a:t>
            </a:r>
            <a:r>
              <a:rPr lang="en-US" dirty="0"/>
              <a:t>It takes a sequence of information as input and outputs a fixed size of the output.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Example: </a:t>
            </a:r>
            <a:r>
              <a:rPr lang="en-US" b="1" dirty="0"/>
              <a:t>Sentiment analysis</a:t>
            </a:r>
            <a:r>
              <a:rPr lang="en-US" dirty="0"/>
              <a:t> where any sentence is classified as expressing the positive or negative sentiment.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Many-to-Many</a:t>
            </a:r>
            <a:r>
              <a:rPr lang="en-US" dirty="0"/>
              <a:t>: It takes a Sequence of information as input and processes the recurrently outputs as a Sequence of data.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Example: </a:t>
            </a:r>
            <a:r>
              <a:rPr lang="en-US" b="1" dirty="0"/>
              <a:t>Machine Translation</a:t>
            </a:r>
            <a:r>
              <a:rPr lang="en-US" dirty="0"/>
              <a:t>, where the RNN reads any sentence in English and then outputs the sentence in French.</a:t>
            </a:r>
          </a:p>
        </p:txBody>
      </p:sp>
    </p:spTree>
    <p:extLst>
      <p:ext uri="{BB962C8B-B14F-4D97-AF65-F5344CB8AC3E}">
        <p14:creationId xmlns:p14="http://schemas.microsoft.com/office/powerpoint/2010/main" val="4158746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b="1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There are two major </a:t>
            </a:r>
            <a:r>
              <a:rPr lang="en-US" b="1" dirty="0"/>
              <a:t>obstacles</a:t>
            </a:r>
            <a:r>
              <a:rPr lang="en-US" dirty="0"/>
              <a:t> RNNs have had to deal with, but to understand them, you first need to know what a </a:t>
            </a:r>
            <a:r>
              <a:rPr lang="en-US" b="1" dirty="0"/>
              <a:t>gradient</a:t>
            </a:r>
            <a:r>
              <a:rPr lang="en-US" dirty="0"/>
              <a:t> is.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 gradient is a partial derivative with respect to its inputs.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If you don’t know what that means, just think of it like this: a gradient measures how much the output of a function changes if you change the inputs a little bit.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You can also think of a gradient as the slope of a function.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higher the gradient, the steeper the slope and the faster a model can learn.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But if the slope is zero, the model stops learning.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 gradient simply measures the change in all weights with regard to the change in error.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617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b="1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EXPLODING GRADIENTS: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dirty="0"/>
              <a:t>Exploding gradients are when the algorithm, without much reason, assigns a stupidly high importance to the weights. 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dirty="0"/>
              <a:t>Fortunately, this problem can be easily solved by truncating or squashing the gradients.</a:t>
            </a:r>
          </a:p>
          <a:p>
            <a:pPr marL="342900" lvl="1" indent="-342900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endParaRPr lang="en-US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VANISHING GRADIENTS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dirty="0"/>
              <a:t>Vanishing gradients occur when the values of a gradient are too small and the model stops learning or takes way too long as a result. 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dirty="0"/>
              <a:t>Fortunately, it was solved through the concept of </a:t>
            </a:r>
            <a:r>
              <a:rPr lang="en-US" b="1" dirty="0"/>
              <a:t>LSTM</a:t>
            </a:r>
            <a:r>
              <a:rPr lang="en-US" dirty="0"/>
              <a:t> 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5228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Long short-term memory networks (</a:t>
            </a:r>
            <a:r>
              <a:rPr lang="en-US" b="1" dirty="0"/>
              <a:t>LSTMs</a:t>
            </a:r>
            <a:r>
              <a:rPr lang="en-US" dirty="0"/>
              <a:t>) are an extension for RNNs, which basically extends the memory.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Therefore, </a:t>
            </a:r>
            <a:r>
              <a:rPr lang="en-US" b="1" dirty="0"/>
              <a:t>LSTM</a:t>
            </a:r>
            <a:r>
              <a:rPr lang="en-US" dirty="0"/>
              <a:t> is well suited to learn from important experiences that have </a:t>
            </a:r>
            <a:r>
              <a:rPr lang="en-US" b="1" dirty="0"/>
              <a:t>very long </a:t>
            </a:r>
            <a:r>
              <a:rPr lang="en-US" dirty="0"/>
              <a:t>time lags in between.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LSTM</a:t>
            </a:r>
            <a:r>
              <a:rPr lang="en-US" dirty="0"/>
              <a:t> are used as the building blocks for the layers of a RNN.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In a long short-term memory cell you have </a:t>
            </a:r>
            <a:r>
              <a:rPr lang="en-US" b="1" dirty="0"/>
              <a:t>three gates</a:t>
            </a:r>
            <a:r>
              <a:rPr lang="en-US" dirty="0"/>
              <a:t>: </a:t>
            </a:r>
            <a:r>
              <a:rPr lang="en-US" b="1" dirty="0"/>
              <a:t>input</a:t>
            </a:r>
            <a:r>
              <a:rPr lang="en-US" dirty="0"/>
              <a:t>, </a:t>
            </a:r>
            <a:r>
              <a:rPr lang="en-US" b="1" dirty="0"/>
              <a:t>forget</a:t>
            </a:r>
            <a:r>
              <a:rPr lang="en-US" dirty="0"/>
              <a:t> and </a:t>
            </a:r>
            <a:r>
              <a:rPr lang="en-US" b="1" dirty="0"/>
              <a:t>output</a:t>
            </a:r>
            <a:r>
              <a:rPr lang="en-US" dirty="0"/>
              <a:t> gate.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These gates determine whether or not to let </a:t>
            </a:r>
            <a:r>
              <a:rPr lang="en-US" b="1" dirty="0"/>
              <a:t>new input</a:t>
            </a:r>
            <a:r>
              <a:rPr lang="en-US" dirty="0"/>
              <a:t> in (input gate), </a:t>
            </a:r>
            <a:r>
              <a:rPr lang="en-US" b="1" dirty="0"/>
              <a:t>delete</a:t>
            </a:r>
            <a:r>
              <a:rPr lang="en-US" dirty="0"/>
              <a:t> the information because it isn’t important (forget gate), or let it </a:t>
            </a:r>
            <a:r>
              <a:rPr lang="en-US" b="1" dirty="0"/>
              <a:t>impact</a:t>
            </a:r>
            <a:r>
              <a:rPr lang="en-US" dirty="0"/>
              <a:t> the output at the current timestep (output gate).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67A4D21-8099-556A-E756-5CC9CA62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3" y="4690525"/>
            <a:ext cx="6705598" cy="20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135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Skip-Thought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Skip-Thought </a:t>
            </a:r>
            <a:r>
              <a:rPr lang="en-US" dirty="0"/>
              <a:t>vectors used </a:t>
            </a:r>
            <a:r>
              <a:rPr lang="en-US" b="1" dirty="0"/>
              <a:t>word2vec </a:t>
            </a:r>
            <a:r>
              <a:rPr lang="en-US" dirty="0"/>
              <a:t>learning as inspiration</a:t>
            </a:r>
            <a:r>
              <a:rPr lang="en-US" b="1" dirty="0"/>
              <a:t>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Skip-thought</a:t>
            </a:r>
            <a:r>
              <a:rPr lang="en-US" dirty="0"/>
              <a:t> vectors are created using an encoder-decoder model.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encoder takes in the training sentence and outputs a vector.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There are two decoders both of which take the vector as input.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first attempts to predict the </a:t>
            </a:r>
            <a:r>
              <a:rPr lang="en-US" b="1" dirty="0"/>
              <a:t>previous sentence</a:t>
            </a:r>
            <a:r>
              <a:rPr lang="en-US" dirty="0"/>
              <a:t> and the second attempts to predict the </a:t>
            </a:r>
            <a:r>
              <a:rPr lang="en-US" b="1" dirty="0"/>
              <a:t>next sentence</a:t>
            </a:r>
            <a:r>
              <a:rPr lang="en-US" dirty="0"/>
              <a:t>. 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2052" name="Picture 4" descr="Text Auto Summarization(Extraction) – NEO_AKSA">
            <a:extLst>
              <a:ext uri="{FF2B5EF4-FFF2-40B4-BE49-F238E27FC236}">
                <a16:creationId xmlns:a16="http://schemas.microsoft.com/office/drawing/2014/main" id="{51D54E4E-3B70-2021-2A98-0914A6A64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36" y="3962400"/>
            <a:ext cx="76581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97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Skip-Thought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Both the encoder and decoder are constructed from recurrent neural networks (</a:t>
            </a:r>
            <a:r>
              <a:rPr lang="en-US" b="1" dirty="0"/>
              <a:t>RNN</a:t>
            </a:r>
            <a:r>
              <a:rPr lang="en-US" dirty="0"/>
              <a:t>).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Multiple encoder types are tried including </a:t>
            </a:r>
            <a:r>
              <a:rPr lang="en-US" b="1" dirty="0" err="1"/>
              <a:t>uni</a:t>
            </a:r>
            <a:r>
              <a:rPr lang="en-US" b="1" dirty="0"/>
              <a:t>-skip</a:t>
            </a:r>
            <a:r>
              <a:rPr lang="en-US" dirty="0"/>
              <a:t>, </a:t>
            </a:r>
            <a:r>
              <a:rPr lang="en-US" b="1" dirty="0"/>
              <a:t>bi-skip</a:t>
            </a:r>
            <a:r>
              <a:rPr lang="en-US" dirty="0"/>
              <a:t>, and </a:t>
            </a:r>
            <a:r>
              <a:rPr lang="en-US" b="1" dirty="0"/>
              <a:t>combine-skip</a:t>
            </a:r>
            <a:r>
              <a:rPr lang="en-US" dirty="0"/>
              <a:t>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Uni-skip</a:t>
            </a:r>
            <a:r>
              <a:rPr lang="en-US" dirty="0"/>
              <a:t> reads the sentence in the forward direction.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Bi-skip</a:t>
            </a:r>
            <a:r>
              <a:rPr lang="en-US" dirty="0"/>
              <a:t> reads the sentence forwards and backwards and concatenates the results.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Combined-skip</a:t>
            </a:r>
            <a:r>
              <a:rPr lang="en-US" dirty="0"/>
              <a:t> concatenates the vectors from </a:t>
            </a:r>
            <a:r>
              <a:rPr lang="en-US" dirty="0" err="1"/>
              <a:t>uni</a:t>
            </a:r>
            <a:r>
              <a:rPr lang="en-US" dirty="0"/>
              <a:t>-skip and bi-skip (Size= </a:t>
            </a:r>
            <a:r>
              <a:rPr lang="en-US" sz="2000" dirty="0">
                <a:solidFill>
                  <a:srgbClr val="0033CC"/>
                </a:solidFill>
              </a:rPr>
              <a:t>4800)</a:t>
            </a:r>
            <a:r>
              <a:rPr lang="en-US" dirty="0"/>
              <a:t>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Only minimal tokenization is done to the input sentences.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A45B598-C4AF-351B-040F-8D810ED51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4767055"/>
            <a:ext cx="114300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624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Skip-Thought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16256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model requires groups of sentences in order to train, and so trained on the </a:t>
            </a:r>
            <a:r>
              <a:rPr lang="en-US" b="1" dirty="0" err="1"/>
              <a:t>BookCorpus</a:t>
            </a:r>
            <a:r>
              <a:rPr lang="en-US" b="1" dirty="0"/>
              <a:t> Dataset</a:t>
            </a:r>
            <a:r>
              <a:rPr lang="en-US" dirty="0"/>
              <a:t>. </a:t>
            </a:r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21708-95A6-DFA8-9AD9-7636A076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2047875"/>
            <a:ext cx="10887222" cy="79692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49BDB9-D1EB-DB93-F66D-F1D0208D32A3}"/>
              </a:ext>
            </a:extLst>
          </p:cNvPr>
          <p:cNvSpPr txBox="1">
            <a:spLocks/>
          </p:cNvSpPr>
          <p:nvPr/>
        </p:nvSpPr>
        <p:spPr>
          <a:xfrm>
            <a:off x="455611" y="3276599"/>
            <a:ext cx="11125199" cy="3124201"/>
          </a:xfrm>
          <a:prstGeom prst="rect">
            <a:avLst/>
          </a:prstGeom>
        </p:spPr>
        <p:txBody>
          <a:bodyPr vert="horz" lIns="121899" tIns="60949" rIns="121899" bIns="60949" rtlCol="0">
            <a:normAutofit fontScale="92500" lnSpcReduction="100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8 tasks were considered: 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Semantic-Relatedness</a:t>
            </a:r>
            <a:endParaRPr lang="en-US" dirty="0"/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Paraphrase Detection</a:t>
            </a:r>
            <a:r>
              <a:rPr lang="en-US" dirty="0"/>
              <a:t> 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Image sentence ranking</a:t>
            </a:r>
            <a:r>
              <a:rPr lang="en-US" dirty="0"/>
              <a:t> </a:t>
            </a:r>
          </a:p>
          <a:p>
            <a:pPr marL="731392" lvl="2" algn="just">
              <a:spcBef>
                <a:spcPts val="1866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5 standard classification benchmarks</a:t>
            </a:r>
            <a:endParaRPr lang="en-US" sz="1200" b="1" dirty="0"/>
          </a:p>
          <a:p>
            <a:pPr marL="426645" lvl="1" indent="0">
              <a:buFont typeface="Century Gothic" pitchFamily="34" charset="0"/>
              <a:buNone/>
            </a:pPr>
            <a:endParaRPr lang="en-US" sz="1400" dirty="0"/>
          </a:p>
          <a:p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Kiros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Zhu, Y.,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Salakhutdinov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 R.,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Zemel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Urtasun, R., Torralba, A., &amp; Fidler, S. (2015). Skip-thought vectors.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28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63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431800"/>
            <a:ext cx="10157354" cy="787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Skip-Thought Vectors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sz="3600" b="1" dirty="0"/>
              <a:t>Semantic-Relatedness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524000"/>
            <a:ext cx="11125199" cy="48006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Given two sentences, our goal is to produce a score of how semantically related these sentences are, based on human generated scores.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Each score is the average of 10 different human annotators.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Scores take values between 1 and 5.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A score of 1 indicates that the sentence pair is not at all related, while a score of 5 indicates they are highly related.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SICK dataset</a:t>
            </a:r>
            <a:r>
              <a:rPr lang="en-US" dirty="0"/>
              <a:t> comes with a predefined split of 4500 training pairs, 500 development pairs and 4927 testing pairs.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Pearson’s Correlation </a:t>
            </a:r>
            <a:r>
              <a:rPr lang="en-US" b="1" dirty="0"/>
              <a:t>0.86.</a:t>
            </a:r>
            <a:r>
              <a:rPr lang="en-US" dirty="0"/>
              <a:t> </a:t>
            </a:r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6399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431800"/>
            <a:ext cx="10157354" cy="787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Skip-Thought Vectors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sz="3600" b="1" dirty="0"/>
              <a:t>Semantic-Relatedness</a:t>
            </a:r>
            <a:r>
              <a:rPr lang="en-US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4AAFD-D07E-6CC6-53A6-09FF594A2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09" y="1676400"/>
            <a:ext cx="9803627" cy="39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01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Sent2Vec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Sent2Vec</a:t>
            </a:r>
            <a:r>
              <a:rPr lang="en-US" dirty="0"/>
              <a:t> can be seen as an extension of the CBOW training objective to train sentence instead of word embeddings.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Sent2Vec </a:t>
            </a:r>
            <a:r>
              <a:rPr lang="en-US" dirty="0"/>
              <a:t>is a simple and fast unsupervised model allowing to compose sentence embeddings using </a:t>
            </a:r>
            <a:r>
              <a:rPr lang="en-US" b="1" dirty="0"/>
              <a:t>word vectors </a:t>
            </a:r>
            <a:r>
              <a:rPr lang="en-US" dirty="0"/>
              <a:t>along with </a:t>
            </a:r>
            <a:r>
              <a:rPr lang="en-US" b="1" dirty="0"/>
              <a:t>n-gram</a:t>
            </a:r>
            <a:r>
              <a:rPr lang="en-US" dirty="0"/>
              <a:t> embeddings.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Surprisingly, for constructing sentence embeddings, naively using </a:t>
            </a:r>
            <a:r>
              <a:rPr lang="en-US" b="1" dirty="0"/>
              <a:t>averaged word vectors</a:t>
            </a:r>
            <a:r>
              <a:rPr lang="en-US" dirty="0"/>
              <a:t> was shown to outperform RNN and LSTMs.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Three different datasets have been used to train Sent2Vec models: 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Toronto</a:t>
            </a:r>
            <a:r>
              <a:rPr lang="en-US" dirty="0"/>
              <a:t> book corpus (70M sentences) 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Wikipedia</a:t>
            </a:r>
            <a:r>
              <a:rPr lang="en-US" dirty="0"/>
              <a:t> sentences 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Tweets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dirty="0"/>
              <a:t>The Wikipedia and Toronto books sentences have been tokenized using the Stanford NLP library while for tweets we used the NLTK tweets tokenizer. 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3228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Sent2Vec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430000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Paper: </a:t>
            </a:r>
            <a:r>
              <a:rPr lang="en-US" sz="1900" dirty="0"/>
              <a:t>Unsupervised Learning of Sentence Embeddings using Compositional n-Gram Features</a:t>
            </a:r>
            <a:endParaRPr lang="en-US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b="1" dirty="0"/>
              <a:t>Original Source: </a:t>
            </a:r>
            <a:r>
              <a:rPr lang="en-US" b="1" dirty="0">
                <a:hlinkClick r:id="rId3"/>
              </a:rPr>
              <a:t>https://github.com/epfml/sent2vec</a:t>
            </a:r>
            <a:endParaRPr lang="en-US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4"/>
              </a:rPr>
              <a:t>sent2vec_wiki_unigrams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5GB (600dim, trained on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english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wikipedia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5"/>
              </a:rPr>
              <a:t>sent2vec_wiki_bigrams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16GB (700dim, trained on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english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wikipedia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6"/>
              </a:rPr>
              <a:t>sent2vec_twitter_unigrams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13GB (700dim, trained on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english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 tweets)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7"/>
              </a:rPr>
              <a:t>sent2vec_twitter_bigrams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23GB (700dim, trained on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english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 tweets)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8"/>
              </a:rPr>
              <a:t>sent2vec_toronto </a:t>
            </a:r>
            <a:r>
              <a:rPr lang="en-US" b="0" i="0" u="none" strike="noStrike" dirty="0" err="1">
                <a:solidFill>
                  <a:srgbClr val="24292F"/>
                </a:solidFill>
                <a:effectLst/>
                <a:latin typeface="-apple-system"/>
                <a:hlinkClick r:id="rId8"/>
              </a:rPr>
              <a:t>books_unigrams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2GB (700dim, trained on the 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8"/>
              </a:rPr>
              <a:t> </a:t>
            </a:r>
            <a:r>
              <a:rPr lang="en-US" b="0" i="0" u="none" strike="noStrike" dirty="0" err="1">
                <a:solidFill>
                  <a:srgbClr val="24292F"/>
                </a:solidFill>
                <a:effectLst/>
                <a:latin typeface="-apple-system"/>
                <a:hlinkClick r:id="rId8"/>
              </a:rPr>
              <a:t>toronto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8"/>
              </a:rPr>
              <a:t> books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9"/>
              </a:rPr>
              <a:t> dataset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10"/>
              </a:rPr>
              <a:t>sent2vec_toronto </a:t>
            </a:r>
            <a:r>
              <a:rPr lang="en-US" b="0" i="0" u="none" strike="noStrike" dirty="0" err="1">
                <a:solidFill>
                  <a:srgbClr val="24292F"/>
                </a:solidFill>
                <a:effectLst/>
                <a:latin typeface="-apple-system"/>
                <a:hlinkClick r:id="rId10"/>
              </a:rPr>
              <a:t>books_bigrams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 7GB (700dim, trained on the 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8"/>
              </a:rPr>
              <a:t> </a:t>
            </a:r>
            <a:r>
              <a:rPr lang="en-US" b="0" i="0" u="none" strike="noStrike" dirty="0" err="1">
                <a:solidFill>
                  <a:srgbClr val="24292F"/>
                </a:solidFill>
                <a:effectLst/>
                <a:latin typeface="-apple-system"/>
                <a:hlinkClick r:id="rId8"/>
              </a:rPr>
              <a:t>toronto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8"/>
              </a:rPr>
              <a:t> books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9"/>
              </a:rPr>
              <a:t> dataset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)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1724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Sent2Vec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20F54-42E1-37EF-08A1-A94BD053F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838200"/>
            <a:ext cx="8753615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3B7069-0807-6D22-50FE-90C79B3E3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12" y="4038600"/>
            <a:ext cx="8753615" cy="2574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8D68C5-4FD8-C087-F8E1-92EEB4303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5079" y="3352800"/>
            <a:ext cx="2074333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85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400" dirty="0"/>
              <a:t>The rapidly growing educational community raised the need for Automatic Scoring systems.</a:t>
            </a:r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endParaRPr lang="en-US" sz="2400" dirty="0"/>
          </a:p>
          <a:p>
            <a:pPr marL="304747" lvl="1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400" b="1" dirty="0"/>
              <a:t>Automatic Scoring</a:t>
            </a:r>
            <a:r>
              <a:rPr lang="en-US" sz="2400" dirty="0"/>
              <a:t> Benefits: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000" dirty="0"/>
              <a:t>Reduces Time.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000" dirty="0"/>
              <a:t>Provides evaluation consistency and standardization. 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000" dirty="0"/>
              <a:t>Handles different types of students’ responses.</a:t>
            </a:r>
          </a:p>
          <a:p>
            <a:pPr marL="731392" lvl="2" algn="just">
              <a:spcBef>
                <a:spcPts val="1866"/>
              </a:spcBef>
              <a:buFont typeface="Arial" pitchFamily="34" charset="0"/>
              <a:buChar char="•"/>
            </a:pPr>
            <a:r>
              <a:rPr lang="en-US" sz="2000" dirty="0"/>
              <a:t>Provides useful feedback to students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426645" lvl="1" indent="0">
              <a:buNone/>
            </a:pP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5771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dirty="0"/>
              <a:t>Automatic Scoring systems are easily implemented for: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Multiple Choice.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True-False.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Matching 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Fill-in-the-Blank.</a:t>
            </a:r>
          </a:p>
          <a:p>
            <a:endParaRPr lang="en-US" dirty="0"/>
          </a:p>
          <a:p>
            <a:r>
              <a:rPr lang="en-US" dirty="0"/>
              <a:t>Implementing an automatic scoring system for questions that require </a:t>
            </a:r>
            <a:r>
              <a:rPr lang="en-US" b="1" dirty="0"/>
              <a:t>free text answers </a:t>
            </a:r>
            <a:r>
              <a:rPr lang="en-US" dirty="0"/>
              <a:t>is more difficult because students’ answers require complicated text understanding and analysis. </a:t>
            </a:r>
          </a:p>
        </p:txBody>
      </p:sp>
    </p:spTree>
    <p:extLst>
      <p:ext uri="{BB962C8B-B14F-4D97-AF65-F5344CB8AC3E}">
        <p14:creationId xmlns:p14="http://schemas.microsoft.com/office/powerpoint/2010/main" val="557879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Automatic Answer Grading</a:t>
            </a:r>
            <a:r>
              <a:rPr lang="en-US" dirty="0"/>
              <a:t> </a:t>
            </a:r>
            <a:r>
              <a:rPr lang="en-US" b="1" dirty="0"/>
              <a:t>(SAG)</a:t>
            </a:r>
            <a:r>
              <a:rPr lang="en-US" dirty="0"/>
              <a:t> system is one which automatically assigns a grade to an answer provided by a student through a comparison with one or more </a:t>
            </a:r>
            <a:r>
              <a:rPr lang="en-US" b="1" dirty="0"/>
              <a:t>correct answers</a:t>
            </a:r>
            <a:r>
              <a:rPr lang="en-US" dirty="0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B1E58C-8819-A462-7058-5F8791032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32973"/>
              </p:ext>
            </p:extLst>
          </p:nvPr>
        </p:nvGraphicFramePr>
        <p:xfrm>
          <a:off x="1598612" y="2667000"/>
          <a:ext cx="8610600" cy="3429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61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899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Sample Question</a:t>
                      </a:r>
                      <a:endParaRPr lang="en-US" sz="16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749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/>
                        <a:t>Arabic Text: </a:t>
                      </a:r>
                      <a:r>
                        <a:rPr lang="ar-EG" sz="1400" b="1" dirty="0"/>
                        <a:t>عرف الهائمات؟</a:t>
                      </a:r>
                      <a:endParaRPr lang="en-US" sz="1400" dirty="0"/>
                    </a:p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/>
                        <a:t>Translated Text: Define Plankton?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63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Model Answer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489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/>
                        <a:t>Arabic Text: </a:t>
                      </a:r>
                      <a:r>
                        <a:rPr lang="ar-EG" sz="1400" b="1" dirty="0"/>
                        <a:t>كائنات نباتية أو حيوانية دقيقة الحجم تحملها الأمواج بلا مقاومة نظرا لصغر أجسامها.</a:t>
                      </a:r>
                      <a:endParaRPr lang="en-US" sz="1400" dirty="0"/>
                    </a:p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/>
                        <a:t>Translated Text: </a:t>
                      </a:r>
                      <a:r>
                        <a:rPr lang="en-US" sz="1400" dirty="0"/>
                        <a:t>Small sized plant or animal organisms that are carried by waves without resistance due to their small bodies.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071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Automatic Answer Grading</a:t>
            </a:r>
            <a:r>
              <a:rPr lang="en-US" dirty="0"/>
              <a:t> </a:t>
            </a:r>
            <a:r>
              <a:rPr lang="en-US" b="1" dirty="0"/>
              <a:t>(SAG)</a:t>
            </a:r>
            <a:r>
              <a:rPr lang="en-US" dirty="0"/>
              <a:t> system is one which automatically assigns a grade to an answer provided by a student through a comparison with one or more </a:t>
            </a:r>
            <a:r>
              <a:rPr lang="en-US" b="1" dirty="0"/>
              <a:t>correct answers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6C4556-0281-B80C-BE66-EBE92ECFB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317635"/>
              </p:ext>
            </p:extLst>
          </p:nvPr>
        </p:nvGraphicFramePr>
        <p:xfrm>
          <a:off x="2132012" y="2514600"/>
          <a:ext cx="7772400" cy="415597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760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741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Students’ Answers</a:t>
                      </a:r>
                      <a:endParaRPr lang="en-US" sz="1300" b="1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gridSpan="2"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/>
                        <a:t>Grades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1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Student’s Answer No.1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rowSpan="2"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/>
                        <a:t>5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rowSpan="2"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/>
                        <a:t>4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3343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Arabic Text: </a:t>
                      </a:r>
                      <a:r>
                        <a:rPr lang="ar-EG" sz="1300" dirty="0"/>
                        <a:t>هى كائنات دقيقة مجهرية نباتية أو حيوانية تعيش فى المياه السطحية للبحار تحملها الأمواج بلا مقاومة.</a:t>
                      </a:r>
                      <a:endParaRPr lang="en-US" sz="1300" dirty="0"/>
                    </a:p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Translated Text: </a:t>
                      </a:r>
                      <a:r>
                        <a:rPr lang="en-US" sz="1300" dirty="0"/>
                        <a:t>Tiny microscopic plant or animal organisms that lives in surface water of seas that are carried by waves without resistance.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98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Student’s Answer No.2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rowSpan="2"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/>
                        <a:t>3</a:t>
                      </a:r>
                      <a:endParaRPr lang="en-US" sz="1300" dirty="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tc rowSpan="2"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/>
                        <a:t>3</a:t>
                      </a:r>
                      <a:endParaRPr lang="en-US" sz="1300">
                        <a:latin typeface="Calibri"/>
                        <a:ea typeface="+mn-ea"/>
                        <a:cs typeface="Arial"/>
                      </a:endParaRPr>
                    </a:p>
                  </a:txBody>
                  <a:tcPr marL="67380" marR="673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343">
                <a:tc>
                  <a:txBody>
                    <a:bodyPr/>
                    <a:lstStyle/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Arabic Text: </a:t>
                      </a:r>
                      <a:r>
                        <a:rPr lang="ar-EG" sz="1300" dirty="0"/>
                        <a:t>كائنات تنتشر فى الطبقة السطحية فى البحار و تحملها الأمواج دون مقاومة.</a:t>
                      </a:r>
                      <a:endParaRPr lang="en-US" sz="1300" dirty="0"/>
                    </a:p>
                    <a:p>
                      <a:pPr algn="just" rtl="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/>
                        <a:t>Translated Text: </a:t>
                      </a:r>
                      <a:r>
                        <a:rPr lang="en-US" sz="1300" dirty="0"/>
                        <a:t>Organisms that spread in surface layer of seas and are carried by waves without resistance.</a:t>
                      </a:r>
                    </a:p>
                  </a:txBody>
                  <a:tcPr marL="67380" marR="67380" marT="0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504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Challenges: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Lack of annotated Datasets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Different levels of semantic similarity are required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Evaluation Biases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Difficulty forming feedback </a:t>
            </a:r>
          </a:p>
        </p:txBody>
      </p:sp>
    </p:spTree>
    <p:extLst>
      <p:ext uri="{BB962C8B-B14F-4D97-AF65-F5344CB8AC3E}">
        <p14:creationId xmlns:p14="http://schemas.microsoft.com/office/powerpoint/2010/main" val="3861700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dirty="0"/>
              <a:t>Short answer grading is addressed as a </a:t>
            </a:r>
            <a:r>
              <a:rPr lang="en-US" b="1" dirty="0"/>
              <a:t>text similarity</a:t>
            </a:r>
            <a:r>
              <a:rPr lang="en-US" dirty="0"/>
              <a:t> problem</a:t>
            </a:r>
            <a:r>
              <a:rPr lang="en-US" b="1" dirty="0"/>
              <a:t> (between Student’s Answer and Model Answer)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dirty="0"/>
              <a:t>Short Answer contains</a:t>
            </a:r>
            <a:r>
              <a:rPr lang="en-US" b="1" dirty="0"/>
              <a:t> </a:t>
            </a:r>
            <a:r>
              <a:rPr lang="en-US" dirty="0"/>
              <a:t>from one to three sentences</a:t>
            </a:r>
            <a:r>
              <a:rPr lang="en-US" b="1" dirty="0"/>
              <a:t>. </a:t>
            </a:r>
          </a:p>
          <a:p>
            <a:endParaRPr lang="en-US" b="1" dirty="0"/>
          </a:p>
          <a:p>
            <a:r>
              <a:rPr lang="en-US" dirty="0"/>
              <a:t>Similarity values are normalized and scaled to obtain the final automatic score. </a:t>
            </a:r>
          </a:p>
          <a:p>
            <a:endParaRPr lang="en-US" dirty="0"/>
          </a:p>
          <a:p>
            <a:r>
              <a:rPr lang="en-US" dirty="0"/>
              <a:t>Similarity values are used as input features to different Machine and deep learning classifiers. </a:t>
            </a:r>
          </a:p>
        </p:txBody>
      </p:sp>
    </p:spTree>
    <p:extLst>
      <p:ext uri="{BB962C8B-B14F-4D97-AF65-F5344CB8AC3E}">
        <p14:creationId xmlns:p14="http://schemas.microsoft.com/office/powerpoint/2010/main" val="1669417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Types of Text Similarity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1C45510-E4CB-BC8B-F91E-2C26672667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515399"/>
              </p:ext>
            </p:extLst>
          </p:nvPr>
        </p:nvGraphicFramePr>
        <p:xfrm>
          <a:off x="379412" y="1701800"/>
          <a:ext cx="10590213" cy="485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7213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Different Techniques</a:t>
            </a: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4A7E3DEB-DCD8-7EE2-B9B0-2E2F757FA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10608"/>
              </p:ext>
            </p:extLst>
          </p:nvPr>
        </p:nvGraphicFramePr>
        <p:xfrm>
          <a:off x="1117600" y="1701800"/>
          <a:ext cx="101568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8480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Short Answer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Evaluation Metrics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C8AEB6DE-60D8-3762-0949-D3689C83E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217925"/>
              </p:ext>
            </p:extLst>
          </p:nvPr>
        </p:nvGraphicFramePr>
        <p:xfrm>
          <a:off x="1117600" y="1778000"/>
          <a:ext cx="101568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0459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Automated essay scoring (AES) </a:t>
            </a:r>
            <a:r>
              <a:rPr lang="en-US" dirty="0"/>
              <a:t>is a computer-based assessment system that automatically scores or grades the student responses by considering appropriate </a:t>
            </a:r>
            <a:r>
              <a:rPr lang="en-US" b="1" dirty="0">
                <a:solidFill>
                  <a:srgbClr val="C00000"/>
                </a:solidFill>
              </a:rPr>
              <a:t>features</a:t>
            </a:r>
            <a:r>
              <a:rPr lang="en-US" dirty="0"/>
              <a:t>.</a:t>
            </a:r>
          </a:p>
          <a:p>
            <a:r>
              <a:rPr lang="en-US" b="1" dirty="0"/>
              <a:t>AES</a:t>
            </a:r>
            <a:r>
              <a:rPr lang="en-US" dirty="0"/>
              <a:t> is a form of educational assessment and an application of natural language processing (</a:t>
            </a:r>
            <a:r>
              <a:rPr lang="en-US" b="1" dirty="0"/>
              <a:t>NLP</a:t>
            </a:r>
            <a:r>
              <a:rPr lang="en-US" dirty="0"/>
              <a:t>).</a:t>
            </a:r>
          </a:p>
          <a:p>
            <a:r>
              <a:rPr lang="en-US" dirty="0"/>
              <a:t>Given an essay, our aim is to evaluate it and give: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</a:rPr>
              <a:t>Q</a:t>
            </a:r>
            <a:r>
              <a:rPr lang="en-US" b="1" i="1" dirty="0">
                <a:solidFill>
                  <a:srgbClr val="C00000"/>
                </a:solidFill>
              </a:rPr>
              <a:t>ualitative score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</a:rPr>
              <a:t>Useful Feedback</a:t>
            </a:r>
          </a:p>
        </p:txBody>
      </p:sp>
    </p:spTree>
    <p:extLst>
      <p:ext uri="{BB962C8B-B14F-4D97-AF65-F5344CB8AC3E}">
        <p14:creationId xmlns:p14="http://schemas.microsoft.com/office/powerpoint/2010/main" val="2375560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Extracting different types of features based on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Essay Contents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Essay Organization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Writing Styles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Relevance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Creativity  …..</a:t>
            </a:r>
          </a:p>
          <a:p>
            <a:pPr marL="426645" lvl="1" indent="0">
              <a:buNone/>
            </a:pPr>
            <a:endParaRPr lang="en-US" dirty="0"/>
          </a:p>
          <a:p>
            <a:r>
              <a:rPr lang="en-US" b="1" dirty="0"/>
              <a:t>Extracting different types of errors: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Spelling, Grammar, Semantic …..</a:t>
            </a:r>
          </a:p>
        </p:txBody>
      </p:sp>
    </p:spTree>
    <p:extLst>
      <p:ext uri="{BB962C8B-B14F-4D97-AF65-F5344CB8AC3E}">
        <p14:creationId xmlns:p14="http://schemas.microsoft.com/office/powerpoint/2010/main" val="791291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Challenges: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Lack of annotated Datasets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There is no Model Answer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Evaluation Biases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Plagiarism </a:t>
            </a:r>
          </a:p>
        </p:txBody>
      </p:sp>
    </p:spTree>
    <p:extLst>
      <p:ext uri="{BB962C8B-B14F-4D97-AF65-F5344CB8AC3E}">
        <p14:creationId xmlns:p14="http://schemas.microsoft.com/office/powerpoint/2010/main" val="365945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Types of features: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1C91102A-64BF-76E7-60C7-C5EF7AA455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276389"/>
              </p:ext>
            </p:extLst>
          </p:nvPr>
        </p:nvGraphicFramePr>
        <p:xfrm>
          <a:off x="1117600" y="1701800"/>
          <a:ext cx="101568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2788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Types of features: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13B3FA5-6F93-F617-5FB3-6094CB82C0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5570847"/>
              </p:ext>
            </p:extLst>
          </p:nvPr>
        </p:nvGraphicFramePr>
        <p:xfrm>
          <a:off x="684212" y="2438400"/>
          <a:ext cx="11049000" cy="30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5451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Different Techniques: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81EBD247-39C5-C011-B29D-8296BA4BF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7379594"/>
              </p:ext>
            </p:extLst>
          </p:nvPr>
        </p:nvGraphicFramePr>
        <p:xfrm>
          <a:off x="1117600" y="1701800"/>
          <a:ext cx="101568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520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Essay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41400"/>
            <a:ext cx="11125199" cy="5511800"/>
          </a:xfrm>
        </p:spPr>
        <p:txBody>
          <a:bodyPr>
            <a:normAutofit/>
          </a:bodyPr>
          <a:lstStyle/>
          <a:p>
            <a:r>
              <a:rPr lang="en-US" b="1" dirty="0"/>
              <a:t>Evaluation Metrics: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EA606630-4140-030C-B2B1-0EFFD3E6B4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5103376"/>
              </p:ext>
            </p:extLst>
          </p:nvPr>
        </p:nvGraphicFramePr>
        <p:xfrm>
          <a:off x="1117600" y="1778000"/>
          <a:ext cx="101568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9589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Question Answering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1E0A4-2222-B669-C9D5-239E1D81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701800"/>
            <a:ext cx="11049000" cy="5080000"/>
          </a:xfrm>
        </p:spPr>
        <p:txBody>
          <a:bodyPr>
            <a:normAutofit/>
          </a:bodyPr>
          <a:lstStyle/>
          <a:p>
            <a:r>
              <a:rPr lang="en-US" b="1" dirty="0"/>
              <a:t>The QA system is composed of three main modules: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Question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Passage Retrieval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Answer Extraction</a:t>
            </a:r>
            <a:endParaRPr lang="ar-EG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6E61C3-828B-FDCE-9343-30EBBD574519}"/>
              </a:ext>
            </a:extLst>
          </p:cNvPr>
          <p:cNvSpPr/>
          <p:nvPr/>
        </p:nvSpPr>
        <p:spPr>
          <a:xfrm>
            <a:off x="4799012" y="2552700"/>
            <a:ext cx="1752600" cy="7620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1AB07D-E771-FFC6-EC9A-2E2973A8F73A}"/>
              </a:ext>
            </a:extLst>
          </p:cNvPr>
          <p:cNvSpPr/>
          <p:nvPr/>
        </p:nvSpPr>
        <p:spPr>
          <a:xfrm>
            <a:off x="7999412" y="2420471"/>
            <a:ext cx="2895600" cy="9906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Analysis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0E9C0C-76E2-B662-6B42-EA25EF2ADCAC}"/>
              </a:ext>
            </a:extLst>
          </p:cNvPr>
          <p:cNvSpPr/>
          <p:nvPr/>
        </p:nvSpPr>
        <p:spPr>
          <a:xfrm>
            <a:off x="4799012" y="5572685"/>
            <a:ext cx="1752600" cy="7620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290BB-BBED-5734-10AD-E7359A620DC6}"/>
              </a:ext>
            </a:extLst>
          </p:cNvPr>
          <p:cNvSpPr/>
          <p:nvPr/>
        </p:nvSpPr>
        <p:spPr>
          <a:xfrm>
            <a:off x="7999412" y="3858185"/>
            <a:ext cx="2895600" cy="9906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Passage 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5FE58-4A0E-FDC7-4425-293467FAF64A}"/>
              </a:ext>
            </a:extLst>
          </p:cNvPr>
          <p:cNvSpPr/>
          <p:nvPr/>
        </p:nvSpPr>
        <p:spPr>
          <a:xfrm>
            <a:off x="7999412" y="5458385"/>
            <a:ext cx="2895600" cy="9906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 Extraction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AC66B8-443D-2277-1716-0909008140C8}"/>
              </a:ext>
            </a:extLst>
          </p:cNvPr>
          <p:cNvCxnSpPr/>
          <p:nvPr/>
        </p:nvCxnSpPr>
        <p:spPr>
          <a:xfrm>
            <a:off x="6551612" y="2915771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6BEE8F-70DD-EB72-BEB8-6EF3CD69A159}"/>
              </a:ext>
            </a:extLst>
          </p:cNvPr>
          <p:cNvCxnSpPr>
            <a:stCxn id="12" idx="1"/>
            <a:endCxn id="10" idx="3"/>
          </p:cNvCxnSpPr>
          <p:nvPr/>
        </p:nvCxnSpPr>
        <p:spPr>
          <a:xfrm flipH="1">
            <a:off x="6551612" y="5953685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46537D-F9B5-444A-99C4-57166072B1C3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9447212" y="3411071"/>
            <a:ext cx="0" cy="447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5DAF04-4332-0FD5-F953-DD1B5AB9246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9447212" y="484878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91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Question Answering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1E0A4-2222-B669-C9D5-239E1D81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701800"/>
            <a:ext cx="11049000" cy="508000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Question Analysis Module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4EBC2B-FD9F-561A-C799-889817CC7EA3}"/>
              </a:ext>
            </a:extLst>
          </p:cNvPr>
          <p:cNvSpPr/>
          <p:nvPr/>
        </p:nvSpPr>
        <p:spPr>
          <a:xfrm>
            <a:off x="227012" y="3505200"/>
            <a:ext cx="1752600" cy="7620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ECA91-5304-A5F2-89A7-2703038569D7}"/>
              </a:ext>
            </a:extLst>
          </p:cNvPr>
          <p:cNvSpPr/>
          <p:nvPr/>
        </p:nvSpPr>
        <p:spPr>
          <a:xfrm>
            <a:off x="2817812" y="3505200"/>
            <a:ext cx="27432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16D4A-8E00-9120-10E6-090A14D28E77}"/>
              </a:ext>
            </a:extLst>
          </p:cNvPr>
          <p:cNvSpPr/>
          <p:nvPr/>
        </p:nvSpPr>
        <p:spPr>
          <a:xfrm>
            <a:off x="6018212" y="2667000"/>
            <a:ext cx="27432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&amp; Semantic </a:t>
            </a:r>
            <a:r>
              <a:rPr lang="en-US" sz="2000" dirty="0"/>
              <a:t>Analysis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412455-FC71-D2CF-327C-3A90E069B248}"/>
              </a:ext>
            </a:extLst>
          </p:cNvPr>
          <p:cNvSpPr/>
          <p:nvPr/>
        </p:nvSpPr>
        <p:spPr>
          <a:xfrm>
            <a:off x="9142412" y="2667000"/>
            <a:ext cx="27432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Classification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06C1D6-4024-FEFB-35B0-9CC64E04A4C7}"/>
              </a:ext>
            </a:extLst>
          </p:cNvPr>
          <p:cNvSpPr/>
          <p:nvPr/>
        </p:nvSpPr>
        <p:spPr>
          <a:xfrm>
            <a:off x="9142412" y="4267200"/>
            <a:ext cx="27432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 Type Recognition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96415C-EB9B-21BA-27CF-B6F7BACFC3BC}"/>
              </a:ext>
            </a:extLst>
          </p:cNvPr>
          <p:cNvSpPr/>
          <p:nvPr/>
        </p:nvSpPr>
        <p:spPr>
          <a:xfrm>
            <a:off x="6018212" y="4267200"/>
            <a:ext cx="27432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Focus &amp; Intent Recognition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C71106-9BD9-63AE-2CA8-648AD98323ED}"/>
              </a:ext>
            </a:extLst>
          </p:cNvPr>
          <p:cNvCxnSpPr>
            <a:cxnSpLocks/>
          </p:cNvCxnSpPr>
          <p:nvPr/>
        </p:nvCxnSpPr>
        <p:spPr>
          <a:xfrm>
            <a:off x="1940859" y="3886200"/>
            <a:ext cx="8769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0E59AD-0AEB-3EC9-B8C7-C3432E3D4C12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561012" y="3048000"/>
            <a:ext cx="4572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928106-8A56-D889-DB2E-64871D5E360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61412" y="30480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9760F2-AA05-4C70-5F3B-9E7FC131BA0B}"/>
              </a:ext>
            </a:extLst>
          </p:cNvPr>
          <p:cNvCxnSpPr>
            <a:stCxn id="6" idx="2"/>
            <a:endCxn id="17" idx="0"/>
          </p:cNvCxnSpPr>
          <p:nvPr/>
        </p:nvCxnSpPr>
        <p:spPr>
          <a:xfrm>
            <a:off x="10514012" y="3429000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F2715A-983D-5A0F-1E45-0695F2E9681F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flipH="1">
            <a:off x="8761412" y="46482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952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Question Answering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1E0A4-2222-B669-C9D5-239E1D81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701800"/>
            <a:ext cx="11049000" cy="508000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Passage Retrieval Module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334BA4CE-3BC7-8741-07C7-80897D32EBD6}"/>
              </a:ext>
            </a:extLst>
          </p:cNvPr>
          <p:cNvSpPr txBox="1">
            <a:spLocks/>
          </p:cNvSpPr>
          <p:nvPr/>
        </p:nvSpPr>
        <p:spPr>
          <a:xfrm>
            <a:off x="608012" y="1701800"/>
            <a:ext cx="11049000" cy="5080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sz="2400" b="1"/>
              <a:t>Passage Retrieval Module</a:t>
            </a:r>
            <a:endParaRPr lang="en-US" sz="2400" b="1" dirty="0"/>
          </a:p>
        </p:txBody>
      </p:sp>
      <p:sp>
        <p:nvSpPr>
          <p:cNvPr id="40" name="Flowchart: Multidocument 39">
            <a:extLst>
              <a:ext uri="{FF2B5EF4-FFF2-40B4-BE49-F238E27FC236}">
                <a16:creationId xmlns:a16="http://schemas.microsoft.com/office/drawing/2014/main" id="{C46FAFA3-502A-89E3-1832-34D69E16B07F}"/>
              </a:ext>
            </a:extLst>
          </p:cNvPr>
          <p:cNvSpPr/>
          <p:nvPr/>
        </p:nvSpPr>
        <p:spPr>
          <a:xfrm>
            <a:off x="74612" y="3048000"/>
            <a:ext cx="2590800" cy="1066800"/>
          </a:xfrm>
          <a:prstGeom prst="flowChartMultidocumen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 Corpus</a:t>
            </a:r>
          </a:p>
        </p:txBody>
      </p:sp>
      <p:sp>
        <p:nvSpPr>
          <p:cNvPr id="41" name="Flowchart: Multidocument 40">
            <a:extLst>
              <a:ext uri="{FF2B5EF4-FFF2-40B4-BE49-F238E27FC236}">
                <a16:creationId xmlns:a16="http://schemas.microsoft.com/office/drawing/2014/main" id="{AB47EC7D-189A-15BC-F8F1-D1C271BED09F}"/>
              </a:ext>
            </a:extLst>
          </p:cNvPr>
          <p:cNvSpPr/>
          <p:nvPr/>
        </p:nvSpPr>
        <p:spPr>
          <a:xfrm>
            <a:off x="74612" y="4876800"/>
            <a:ext cx="2590800" cy="1066800"/>
          </a:xfrm>
          <a:prstGeom prst="flowChartMultidocumen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 Base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65CAC9-17A8-8688-3C3E-747BB54E28B0}"/>
              </a:ext>
            </a:extLst>
          </p:cNvPr>
          <p:cNvSpPr/>
          <p:nvPr/>
        </p:nvSpPr>
        <p:spPr>
          <a:xfrm>
            <a:off x="3046412" y="4038600"/>
            <a:ext cx="1828800" cy="762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446DDD-0277-62A4-21A0-950D5F8E8160}"/>
              </a:ext>
            </a:extLst>
          </p:cNvPr>
          <p:cNvSpPr/>
          <p:nvPr/>
        </p:nvSpPr>
        <p:spPr>
          <a:xfrm>
            <a:off x="5408612" y="38354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Document Retrieval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5E450C6-99F7-C414-428E-CC312031E507}"/>
              </a:ext>
            </a:extLst>
          </p:cNvPr>
          <p:cNvSpPr/>
          <p:nvPr/>
        </p:nvSpPr>
        <p:spPr>
          <a:xfrm>
            <a:off x="6856412" y="1600200"/>
            <a:ext cx="3200400" cy="8382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Passage Retrieval Module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AE2EE6-7936-63E5-C59A-1279E9B43EA9}"/>
              </a:ext>
            </a:extLst>
          </p:cNvPr>
          <p:cNvSpPr/>
          <p:nvPr/>
        </p:nvSpPr>
        <p:spPr>
          <a:xfrm>
            <a:off x="7847012" y="38354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Passage Extraction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DD1496-C84B-0D1D-74DD-BBFAF5EA028B}"/>
              </a:ext>
            </a:extLst>
          </p:cNvPr>
          <p:cNvSpPr/>
          <p:nvPr/>
        </p:nvSpPr>
        <p:spPr>
          <a:xfrm>
            <a:off x="10133012" y="38354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Passage Ranking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BCA2C79-0EB7-BDFF-24AD-03DFB05D9031}"/>
              </a:ext>
            </a:extLst>
          </p:cNvPr>
          <p:cNvCxnSpPr>
            <a:stCxn id="40" idx="3"/>
          </p:cNvCxnSpPr>
          <p:nvPr/>
        </p:nvCxnSpPr>
        <p:spPr>
          <a:xfrm>
            <a:off x="2665412" y="3581400"/>
            <a:ext cx="3810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F057D4-558F-03FE-F25F-6A25320A1A30}"/>
              </a:ext>
            </a:extLst>
          </p:cNvPr>
          <p:cNvCxnSpPr>
            <a:stCxn id="41" idx="3"/>
          </p:cNvCxnSpPr>
          <p:nvPr/>
        </p:nvCxnSpPr>
        <p:spPr>
          <a:xfrm flipV="1">
            <a:off x="2665412" y="4495800"/>
            <a:ext cx="3810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0ACA66C-61C4-0BA5-8D28-97CB0E967429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4875212" y="4419600"/>
            <a:ext cx="5334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9DE8773-2ABF-FABD-D7CE-E35F4F5C3D3F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7466012" y="44196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1F7BA4-C476-1032-1CAD-A53D57373B5F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9904412" y="44196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93640E-21C0-B57E-C900-F40C96039E4D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437312" y="2438400"/>
            <a:ext cx="2019300" cy="13970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8188F3-0B92-38AE-C920-6B17F21E7971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>
            <a:off x="8456612" y="2438400"/>
            <a:ext cx="419100" cy="13970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27543ED-1B2C-4148-F84F-1857E4B21ACD}"/>
              </a:ext>
            </a:extLst>
          </p:cNvPr>
          <p:cNvCxnSpPr>
            <a:stCxn id="44" idx="2"/>
          </p:cNvCxnSpPr>
          <p:nvPr/>
        </p:nvCxnSpPr>
        <p:spPr>
          <a:xfrm>
            <a:off x="8456612" y="2438400"/>
            <a:ext cx="2818051" cy="13970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9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87400"/>
          </a:xfrm>
        </p:spPr>
        <p:txBody>
          <a:bodyPr/>
          <a:lstStyle/>
          <a:p>
            <a:pPr algn="ctr"/>
            <a:r>
              <a:rPr lang="en-US" b="1" dirty="0"/>
              <a:t>Question Answering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1E0A4-2222-B669-C9D5-239E1D81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701800"/>
            <a:ext cx="11049000" cy="508000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/>
              <a:t>Answer Extraction Module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F3D2E4-D6F5-FC09-D241-CBAA2810F1AD}"/>
              </a:ext>
            </a:extLst>
          </p:cNvPr>
          <p:cNvSpPr/>
          <p:nvPr/>
        </p:nvSpPr>
        <p:spPr>
          <a:xfrm>
            <a:off x="1446212" y="5023224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Answers Extraction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9C45EC-9F26-9D06-DD0E-D7B120242E96}"/>
              </a:ext>
            </a:extLst>
          </p:cNvPr>
          <p:cNvSpPr/>
          <p:nvPr/>
        </p:nvSpPr>
        <p:spPr>
          <a:xfrm>
            <a:off x="4494212" y="2581088"/>
            <a:ext cx="3200400" cy="8382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 Extraction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7600F-0B06-DEA0-0765-9D2C523CEB12}"/>
              </a:ext>
            </a:extLst>
          </p:cNvPr>
          <p:cNvSpPr/>
          <p:nvPr/>
        </p:nvSpPr>
        <p:spPr>
          <a:xfrm>
            <a:off x="4113212" y="50038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Answers Ranking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5B48E-3888-A74F-DF1B-E1B58152743A}"/>
              </a:ext>
            </a:extLst>
          </p:cNvPr>
          <p:cNvSpPr/>
          <p:nvPr/>
        </p:nvSpPr>
        <p:spPr>
          <a:xfrm>
            <a:off x="6627812" y="50038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 Generation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9FA810-E8D2-1C73-261C-46D1344BD8D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503612" y="5607424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4416A9-BE73-A396-D549-F49DEBE6529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170612" y="55880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830D09-28AB-E166-78F6-D58BE5897ECE}"/>
              </a:ext>
            </a:extLst>
          </p:cNvPr>
          <p:cNvCxnSpPr>
            <a:stCxn id="9" idx="2"/>
            <a:endCxn id="8" idx="0"/>
          </p:cNvCxnSpPr>
          <p:nvPr/>
        </p:nvCxnSpPr>
        <p:spPr>
          <a:xfrm flipH="1">
            <a:off x="2474912" y="3419288"/>
            <a:ext cx="3619500" cy="160393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D7FA0D-01F6-F039-109C-A50A3068B46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5141912" y="3419288"/>
            <a:ext cx="952500" cy="15845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23817C-F656-1AE8-2606-0CE4C4183A6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6094412" y="3419288"/>
            <a:ext cx="1562100" cy="15845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ACD2EE1-EF36-1AE3-BAD2-93867F1BA728}"/>
              </a:ext>
            </a:extLst>
          </p:cNvPr>
          <p:cNvSpPr/>
          <p:nvPr/>
        </p:nvSpPr>
        <p:spPr>
          <a:xfrm>
            <a:off x="9142412" y="5003800"/>
            <a:ext cx="2057400" cy="1168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Answer Validation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65C2C7-7DD1-7882-65DC-CB151AA71D17}"/>
              </a:ext>
            </a:extLst>
          </p:cNvPr>
          <p:cNvCxnSpPr>
            <a:stCxn id="9" idx="2"/>
            <a:endCxn id="24" idx="0"/>
          </p:cNvCxnSpPr>
          <p:nvPr/>
        </p:nvCxnSpPr>
        <p:spPr>
          <a:xfrm>
            <a:off x="6094412" y="3419288"/>
            <a:ext cx="4076700" cy="15845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F66CB6-5364-6843-ECE7-6323A7E3D0E8}"/>
              </a:ext>
            </a:extLst>
          </p:cNvPr>
          <p:cNvCxnSpPr/>
          <p:nvPr/>
        </p:nvCxnSpPr>
        <p:spPr>
          <a:xfrm>
            <a:off x="8685212" y="55880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926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esno Question Testimony Question Text PNG free download">
            <a:extLst>
              <a:ext uri="{FF2B5EF4-FFF2-40B4-BE49-F238E27FC236}">
                <a16:creationId xmlns:a16="http://schemas.microsoft.com/office/drawing/2014/main" id="{4E02AB21-02EA-468E-808A-C1C4C015F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12" y="1828800"/>
            <a:ext cx="5184968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74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12640</TotalTime>
  <Words>2433</Words>
  <Application>Microsoft Office PowerPoint</Application>
  <PresentationFormat>Custom</PresentationFormat>
  <Paragraphs>371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-apple-system</vt:lpstr>
      <vt:lpstr>Arial</vt:lpstr>
      <vt:lpstr>Arial</vt:lpstr>
      <vt:lpstr>Calibri</vt:lpstr>
      <vt:lpstr>Century Gothic</vt:lpstr>
      <vt:lpstr>STIX-Regular</vt:lpstr>
      <vt:lpstr>Wingdings</vt:lpstr>
      <vt:lpstr>Class open house presentation</vt:lpstr>
      <vt:lpstr>Natural Language Processing</vt:lpstr>
      <vt:lpstr>Outline</vt:lpstr>
      <vt:lpstr>Introduction</vt:lpstr>
      <vt:lpstr>Introduction</vt:lpstr>
      <vt:lpstr>Recurrent Neural Network (RNN)</vt:lpstr>
      <vt:lpstr>Recurrent Neural Network (RNN)</vt:lpstr>
      <vt:lpstr>Recurrent Neural Network (RNN)</vt:lpstr>
      <vt:lpstr>Recurrent Neural Network (RNN)</vt:lpstr>
      <vt:lpstr>Recurrent Neural Network (RNN)</vt:lpstr>
      <vt:lpstr>Recurrent Neural Network (RNN)</vt:lpstr>
      <vt:lpstr>Recurrent Neural Network (RNN)</vt:lpstr>
      <vt:lpstr>Recurrent Neural Network (RNN)</vt:lpstr>
      <vt:lpstr>Skip-Thought Vectors</vt:lpstr>
      <vt:lpstr>Skip-Thought Vectors</vt:lpstr>
      <vt:lpstr>Skip-Thought Vectors</vt:lpstr>
      <vt:lpstr>Skip-Thought Vectors (Semantic-Relatedness)</vt:lpstr>
      <vt:lpstr>Skip-Thought Vectors (Semantic-Relatedness)</vt:lpstr>
      <vt:lpstr>Sent2Vec</vt:lpstr>
      <vt:lpstr>Sent2Vec</vt:lpstr>
      <vt:lpstr>Sent2Vec</vt:lpstr>
      <vt:lpstr>Short Answer Grading </vt:lpstr>
      <vt:lpstr>Short Answer Grading </vt:lpstr>
      <vt:lpstr>Short Answer Grading </vt:lpstr>
      <vt:lpstr>Short Answer Grading </vt:lpstr>
      <vt:lpstr>Short Answer Grading </vt:lpstr>
      <vt:lpstr>Short Answer Grading </vt:lpstr>
      <vt:lpstr>Short Answer Grading </vt:lpstr>
      <vt:lpstr>Short Answer Grading </vt:lpstr>
      <vt:lpstr>Short Answer Grading </vt:lpstr>
      <vt:lpstr>Essay Scoring</vt:lpstr>
      <vt:lpstr>Essay Scoring</vt:lpstr>
      <vt:lpstr>Essay Scoring</vt:lpstr>
      <vt:lpstr>Essay Scoring</vt:lpstr>
      <vt:lpstr>Essay Scoring</vt:lpstr>
      <vt:lpstr>Essay Scoring</vt:lpstr>
      <vt:lpstr>Essay Scoring</vt:lpstr>
      <vt:lpstr>Question Answering</vt:lpstr>
      <vt:lpstr>Question Answering</vt:lpstr>
      <vt:lpstr>Question Answering</vt:lpstr>
      <vt:lpstr>Question Answering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Tapping Into The Power of Text Similarity</dc:title>
  <dc:creator>Wael Gomaa</dc:creator>
  <cp:lastModifiedBy>wael.goma</cp:lastModifiedBy>
  <cp:revision>517</cp:revision>
  <dcterms:created xsi:type="dcterms:W3CDTF">2021-10-27T21:07:48Z</dcterms:created>
  <dcterms:modified xsi:type="dcterms:W3CDTF">2023-03-13T02:34:34Z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