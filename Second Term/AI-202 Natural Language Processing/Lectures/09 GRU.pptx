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1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1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2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7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1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3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0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6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2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AE6BA-7A6C-44E7-9203-7C04BA91039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BB869-C7CE-41C6-8CEA-93B758061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8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Gated Recurrent Unit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(GRU)</a:t>
            </a:r>
          </a:p>
        </p:txBody>
      </p:sp>
    </p:spTree>
    <p:extLst>
      <p:ext uri="{BB962C8B-B14F-4D97-AF65-F5344CB8AC3E}">
        <p14:creationId xmlns:p14="http://schemas.microsoft.com/office/powerpoint/2010/main" val="256502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F94BD7-420E-05D3-E977-D2130A3E1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14" y="395666"/>
            <a:ext cx="11428571" cy="6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6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CB667E-1FBD-E9D2-47FA-0A5F9579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1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Gated Recurrent Unit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Gated Recurrent Unit</dc:title>
  <dc:creator>Instructor rd2</dc:creator>
  <cp:lastModifiedBy>Alaa Hamdy</cp:lastModifiedBy>
  <cp:revision>3</cp:revision>
  <dcterms:created xsi:type="dcterms:W3CDTF">2024-04-21T11:26:58Z</dcterms:created>
  <dcterms:modified xsi:type="dcterms:W3CDTF">2024-06-04T08:13:07Z</dcterms:modified>
</cp:coreProperties>
</file>