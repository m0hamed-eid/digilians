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86" r:id="rId5"/>
    <p:sldId id="287" r:id="rId6"/>
    <p:sldId id="259" r:id="rId7"/>
    <p:sldId id="288" r:id="rId8"/>
    <p:sldId id="260" r:id="rId9"/>
    <p:sldId id="261" r:id="rId10"/>
    <p:sldId id="262" r:id="rId11"/>
    <p:sldId id="289" r:id="rId12"/>
    <p:sldId id="297" r:id="rId13"/>
    <p:sldId id="298" r:id="rId14"/>
    <p:sldId id="299" r:id="rId15"/>
    <p:sldId id="300" r:id="rId16"/>
    <p:sldId id="301" r:id="rId17"/>
    <p:sldId id="263" r:id="rId18"/>
    <p:sldId id="264" r:id="rId19"/>
    <p:sldId id="265" r:id="rId20"/>
    <p:sldId id="290" r:id="rId21"/>
    <p:sldId id="291" r:id="rId22"/>
    <p:sldId id="266" r:id="rId23"/>
    <p:sldId id="267" r:id="rId24"/>
    <p:sldId id="268" r:id="rId25"/>
    <p:sldId id="269" r:id="rId26"/>
    <p:sldId id="292" r:id="rId27"/>
    <p:sldId id="293" r:id="rId28"/>
    <p:sldId id="294" r:id="rId29"/>
    <p:sldId id="270" r:id="rId30"/>
    <p:sldId id="271" r:id="rId31"/>
    <p:sldId id="272" r:id="rId32"/>
    <p:sldId id="273" r:id="rId33"/>
    <p:sldId id="295" r:id="rId34"/>
    <p:sldId id="275" r:id="rId35"/>
    <p:sldId id="276" r:id="rId36"/>
    <p:sldId id="277" r:id="rId37"/>
    <p:sldId id="278" r:id="rId38"/>
    <p:sldId id="279" r:id="rId39"/>
    <p:sldId id="296" r:id="rId40"/>
    <p:sldId id="302" r:id="rId41"/>
    <p:sldId id="280" r:id="rId42"/>
    <p:sldId id="281" r:id="rId43"/>
    <p:sldId id="282" r:id="rId44"/>
    <p:sldId id="283" r:id="rId45"/>
    <p:sldId id="284" r:id="rId46"/>
    <p:sldId id="285" r:id="rId47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9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040DEB2A-AFF4-4F28-956E-9F47942151CA}" type="datetimeFigureOut">
              <a:rPr lang="ar-EG" smtClean="0"/>
              <a:t>01/11/1445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15EECAE4-5A82-431A-93DD-94D011F34C1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90122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ECAE4-5A82-431A-93DD-94D011F34C19}" type="slidenum">
              <a:rPr lang="ar-EG" smtClean="0"/>
              <a:t>2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14941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A2BF8-4169-CFFC-D33D-C43F3061C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71DE3-CE3B-5AE5-573F-C4A5498C8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83DB4-09BB-A9A9-FCE4-6C0E1BBD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DDF46-D364-414E-B142-C720052A1A65}" type="datetimeFigureOut">
              <a:rPr lang="ar-EG" smtClean="0"/>
              <a:t>01/11/1445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F3679-BBC6-5183-C230-A0399622D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9EE55-00E0-DDEA-1FCC-AF0DC6D69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9FA9-F034-42AC-A3A6-C3F069AC57A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7702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1608A-F3EE-1BDE-BC0D-30A2E3C2B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E5346-7B71-5F04-AD6C-DD2C2321F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55749-D49B-E9C7-0C46-23BDCE25F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DDF46-D364-414E-B142-C720052A1A65}" type="datetimeFigureOut">
              <a:rPr lang="ar-EG" smtClean="0"/>
              <a:t>01/11/1445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C99E5-BE75-F0C9-3043-3E71E6FC6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45C3F-8F7E-9BBC-A73A-529E32145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9FA9-F034-42AC-A3A6-C3F069AC57A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04885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FD335-3009-A589-AAEB-7C9DE1DC1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256FA-7C50-B240-D418-99563BFD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3B56C-F09D-6030-A475-4369ADC2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DDF46-D364-414E-B142-C720052A1A65}" type="datetimeFigureOut">
              <a:rPr lang="ar-EG" smtClean="0"/>
              <a:t>01/11/1445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A24B3-B103-D2E6-3CA3-0F5130866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43F9B-EC9C-CFD5-A1BB-F2E52FF0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9FA9-F034-42AC-A3A6-C3F069AC57A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4971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2A49-188C-7B22-4B80-224C0F05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0E80A-483B-973D-DB58-5D4B7F7E3E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6BB32-6275-D9A5-FF5B-BF3BA34C3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A882F-C7C6-E50F-6CC4-53853C451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DDF46-D364-414E-B142-C720052A1A65}" type="datetimeFigureOut">
              <a:rPr lang="ar-EG" smtClean="0"/>
              <a:t>01/11/1445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0C86F-35E4-BAC4-A3E1-EF775D07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C8264-C54A-4F0E-D4FA-163DC42E0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9FA9-F034-42AC-A3A6-C3F069AC57A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09046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5B0F9-C698-1F24-DB5A-E4AB71E6E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424FA-F6AC-BE1B-C2BD-BA6EEF0B8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A86EF-984A-4B35-B7DD-9BD5FDE5A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748264-2F18-541C-0CC5-FFF96539E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68F69E-945E-BB16-F290-A8C62C12D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C9F0BE-4349-7C98-1EB4-D1F836D99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DDF46-D364-414E-B142-C720052A1A65}" type="datetimeFigureOut">
              <a:rPr lang="ar-EG" smtClean="0"/>
              <a:t>01/11/1445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C37F01-0154-9FFB-FFF8-318AA705F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7E051D-CD15-BA42-720A-E0D64AAA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9FA9-F034-42AC-A3A6-C3F069AC57A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39218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61795-17C5-67D7-47E6-2C185CD9C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DFFC2F-9AF7-D709-7E0F-8A6F3D62D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DDF46-D364-414E-B142-C720052A1A65}" type="datetimeFigureOut">
              <a:rPr lang="ar-EG" smtClean="0"/>
              <a:t>01/11/1445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13C63C-9691-53F8-3513-8EEF9793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C58FD-4791-675B-70B8-1BA41F313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9FA9-F034-42AC-A3A6-C3F069AC57A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8325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2035EF-2958-B0C1-56B8-E31272624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DDF46-D364-414E-B142-C720052A1A65}" type="datetimeFigureOut">
              <a:rPr lang="ar-EG" smtClean="0"/>
              <a:t>01/11/1445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54F0E-0FF4-FAC4-098E-220FC387E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A63BE-8E46-E042-C373-9E5ED951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9FA9-F034-42AC-A3A6-C3F069AC57A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1460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FECD-3BFA-28A0-F881-6B2B22223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4580C-9C0D-7E99-933B-D0FFA1B0E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11D4C-76A8-3B81-0C18-718A47149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D145E-5F77-11B8-CEF1-71DB85293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DDF46-D364-414E-B142-C720052A1A65}" type="datetimeFigureOut">
              <a:rPr lang="ar-EG" smtClean="0"/>
              <a:t>01/11/1445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F11CC-177A-42EF-55B0-FA6FFA16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8AAC7-E5B0-85A0-D878-77AF9C2E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9FA9-F034-42AC-A3A6-C3F069AC57A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35327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64EC6-552D-72B8-3248-5CC402DBA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D154B4-1E7C-0ABC-8587-5DC94E5A21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E2A2C-042E-4D15-E24C-C854DE54E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2D17C-D886-F98F-7BC4-215613772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DDF46-D364-414E-B142-C720052A1A65}" type="datetimeFigureOut">
              <a:rPr lang="ar-EG" smtClean="0"/>
              <a:t>01/11/1445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0BB02-5F50-8D7E-665A-61BF830E1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1E51D-42D4-5997-D710-73AECB0A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9FA9-F034-42AC-A3A6-C3F069AC57A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29421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A0B5-01EF-20B5-79B1-CB813E8E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320E5-AD64-DAE1-C673-B9854432B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8AE72-CC78-FB26-C622-53FD1F61B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DDF46-D364-414E-B142-C720052A1A65}" type="datetimeFigureOut">
              <a:rPr lang="ar-EG" smtClean="0"/>
              <a:t>01/11/1445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28A4E-7CEC-E976-3887-873325AC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7179-E638-43AD-ED64-0DE4F009B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9FA9-F034-42AC-A3A6-C3F069AC57A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15309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E6EB22-F7B8-FD67-A70E-3B5861199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6CC5B7-DB8A-C4D0-6F9B-9BB0D5A11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ADADD-0B77-27C0-3AA0-A8499C9FD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DDF46-D364-414E-B142-C720052A1A65}" type="datetimeFigureOut">
              <a:rPr lang="ar-EG" smtClean="0"/>
              <a:t>01/11/1445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FFBC1-4DB2-6D90-A5CE-10599BD6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3EFA8-803F-8590-17A3-8EF522AE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9FA9-F034-42AC-A3A6-C3F069AC57A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43868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594EAC-EE15-9EAF-AF28-2B6D6CEB6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D0A20-F568-2BCF-BC7A-709A9ED22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92482-843E-EDB0-D079-B1A98ACED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1DDF46-D364-414E-B142-C720052A1A65}" type="datetimeFigureOut">
              <a:rPr lang="ar-EG" smtClean="0"/>
              <a:t>01/11/1445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E7FE5-52F7-1D6A-53E3-29B5AD9F1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C3EE2-551E-1C3E-C927-E199A2F35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509FA9-F034-42AC-A3A6-C3F069AC57A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63183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2917C-DF75-40BF-5F83-C02585A133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Transformers</a:t>
            </a:r>
            <a:endParaRPr lang="ar-E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26615-3487-13D7-BC35-0566565BC4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Presented by</a:t>
            </a:r>
          </a:p>
          <a:p>
            <a:r>
              <a:rPr lang="en-US" i="1" dirty="0"/>
              <a:t>Prof. Alaa Hamdy</a:t>
            </a:r>
            <a:endParaRPr lang="ar-EG" i="1" dirty="0"/>
          </a:p>
        </p:txBody>
      </p:sp>
    </p:spTree>
    <p:extLst>
      <p:ext uri="{BB962C8B-B14F-4D97-AF65-F5344CB8AC3E}">
        <p14:creationId xmlns:p14="http://schemas.microsoft.com/office/powerpoint/2010/main" val="25643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31992-FC91-BCAC-F420-B898DC23A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99CE5-6473-3747-07DF-6C335D9BC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DDC22-A869-E39F-731D-2EA9719307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17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13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ABB96-08BE-3938-EE17-CF2698724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71AE1-F2AB-4196-1C87-1FF135245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C4800-2285-12E5-7954-921085843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380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825F6-DFD2-EAFC-091D-D119E1C4F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289A6-DF79-5815-05ED-F63A26224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694026-77B7-8DE9-793B-D88AE1D79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96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0EA9-EB17-597E-BF1C-5882F05A7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7D67-80B1-D66D-E2C1-CA5222E20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2A8E0C-674A-C53B-49D4-5F40AF03E3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8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83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7653F-1B8C-803C-1D91-D059DB88B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18129-A23B-F571-682D-9EF8A94D7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7B2D1B-2046-FE73-A66C-1340A1296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89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1BC58-248C-747B-E8C6-37922865D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5A580-7311-3800-AB0D-E3B1C30CB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02491-47F3-4ADD-DDA5-50EFB32AD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481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68A4-EDF9-4C1B-8595-9AC5B0270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37FE0-E36B-4F87-30D4-4288CC3B5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B1206D-27A7-D3C0-B955-0906179AC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894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693A-E16A-E67D-EB33-4C8A85590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D0772-A1CB-7291-8A10-220D3EB9C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D7CAEB-1263-EB98-D8A9-516C7C264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270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DE9D-8ECB-0A8F-27BA-0C160EEC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A8383-F011-B106-8FE5-68839CD46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588215-BAE9-1D4A-94BB-F1413C19F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633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39E30-A0B5-DA1B-F509-2C4ED3E1C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4AC52-8AB2-6F7A-50EA-11AB679CA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6EC98-02F6-A89D-A958-8B31FCC4E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2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6C2325-0CE1-C2ED-389A-9333360DF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743" y="1264486"/>
            <a:ext cx="6268811" cy="432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610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4E67C2-8F96-1F70-1119-64AA0DB41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485775"/>
            <a:ext cx="693420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15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E27A7D-4294-9050-0FDD-20BF6FBAA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9" y="0"/>
            <a:ext cx="98951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449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C056-D502-E81A-6EC6-32E4B366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44821-0AB4-3BCF-66F1-7605F420F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F3C31-6A45-C430-74C3-5EAB0F690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29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99B8E6-8810-DBC0-47B2-47A060A9A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085" y="484007"/>
            <a:ext cx="7424673" cy="587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83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DA0E5-3B68-7BEF-39A4-E8E4945BD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FCF75-B697-38E0-4EB9-5594B704F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46840-C057-5144-BCE3-8DA77EE59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94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A203-FD0A-1A3D-A5EF-D14BCBD8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D4D1A-66F2-BEE8-3C2F-EF8D07A96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67C56D-F131-434A-9514-65A6D4229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53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F57F3-103C-A21B-440B-F4586224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FEBEF-C978-697B-3233-26E339672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6DA6A-644B-4225-C39A-0B4865AB4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80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8B0B-2D92-5DC1-E13A-3B44C8C8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14A74-712B-B80C-45CE-888177DA9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6E0EB8-D7E5-117B-650D-AC0ACB51E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74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F2117-9301-386E-59FA-EB22CCD55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4A78F-F591-DF8C-34BD-F4B667D99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41B16F-3ADA-5123-56B0-8CABC6AF37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2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59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EFEC-7EF3-4113-AA0E-2ECFAD7E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87A33-F06D-7C43-1F09-161621165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12ABB-808F-5DDA-8139-36441B1FA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03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1F49A-5321-4529-CF34-347822D42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7A2DC-D520-A8C0-D92A-61106F99B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2211E-9758-7976-961C-A5E5D83DD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577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34200-A3F8-A54D-244A-8DB872A9D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8CC31-F06E-2E53-D495-71028B82B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4EBC1-9080-5547-AEBD-0D0CDF99F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532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33BBA-F921-94CC-86E2-F0FFDA017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CA69C-A671-CD0E-EE96-A695B4A1F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680DFE-8B1E-D85B-DD9A-01E7A8838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494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422B5-8797-0625-5B20-DA5C1C87A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8AACE-90D7-EEAD-EA69-F6AC60350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710FA-8943-8FC5-1129-4B0347A29F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426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E09CF-5AB1-8F99-1906-DF38D9E67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4604-A5DF-3E8F-1AA6-19CD6E489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1F0EF4-2531-2CEE-53CA-5A6591E04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0503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11B5-4B52-AC1C-54FB-E47055BB2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BBBD3-3900-0914-9BEA-92814644C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92A66-9E06-8668-5B0B-F6A15E37F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59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16BFE-9CCE-999A-5C87-0441E666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FB3DF-A389-958B-6D32-2D5BC3219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D58D8A-EC38-5E01-A2DC-2FAB5D936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30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EE930-4A6B-BBDC-D2DF-34A006D29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5384C-940B-EB1D-F628-0E9D8F71E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DC9CB-7083-D47B-40C3-73BBA5E13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670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BBF03-1AAE-AA8E-FA58-239C75A1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9F69A-777D-C296-8E41-12ED5F02E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39C5C-31BA-E7A1-3136-41131A9F8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9230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0E21-1B9D-1638-A86C-F7DB9292C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1455F-DE4A-C47F-51C6-5C6DE67A1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8C445-8AB7-7EC2-A950-9F7833C57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42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84EEC-3CAE-8660-E7B5-DC7CA7478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B4B2B-91F1-70A7-3450-AC5ECE887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6D3EA-C9B7-380F-D9A3-CA3D186EC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5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1D045-1426-456B-2BA9-D4AA07F74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B2109-6EB4-4FEC-E944-17F8CF5E4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7C976B-FC57-C74A-041B-4E91CF2EA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3768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CC8DA-83F6-02B1-A8AE-77E8849A8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B0C77-1402-0EFB-8120-774789810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B4E34-D0A7-9AA1-14B8-DE37C014E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357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6AB6-387A-65D5-4168-16CA811D1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0E2B1-5BFB-56BE-855B-1050EC0DB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70E37A-9F96-9970-19F8-DFB907A6C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2819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02D72-FC8B-AE6B-C936-DF3D9649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B17CE-F6DC-F7A2-89DF-AA8549822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8ED77-A159-E27A-23E8-ECAF48DCF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425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49AA6-EF55-FB1D-6FF2-8DBED23F9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5B120-413E-90B3-5B1A-965EBC6A8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E34F0F-79AA-723B-977F-D9815B290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679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7C965-33B1-831D-0964-74B39B2F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4DDF2-7083-192B-0BE7-B9E83EE94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40E3B-9776-FDDD-8E3D-D93B796D40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0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5561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9816BB-7A2A-CE25-4A10-19DDE6E57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259795"/>
            <a:ext cx="10406743" cy="350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1839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17D1D-F032-BD12-8BD0-B6BA98DA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8A147-E7D7-1826-5CF0-D1CD1C578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DA5B31-5AE9-8FAC-0E30-ACFB3BACA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13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7CDE-5447-5DA3-5591-AC5E7882F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4017E-04C7-3475-CBF3-4F8E8A250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257B5-8724-F36D-D43F-5FC924C81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875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21DA4-B6E8-592B-38C0-82B62F96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A1EF5-8393-5F08-9D61-DDB145525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9F231-A234-B53F-6D69-216DD6B64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1843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B81CD-9B34-B41D-0A6D-42FAEA2FE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54AFF-D012-D654-C796-19BE0237A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3CA5D-73CD-90EE-6B9E-F041CF2B4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299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91234-8C38-7A4C-06FB-C6E9B0767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7FC5C-2089-00A4-1B2F-315B65832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2B6AE9-8A58-F42C-8D6C-99CB3BF00F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9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3970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F3F68-42BA-70F6-A306-7A65626C4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622F7-3683-E5AC-BFD3-DB2863AE7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161250-B6D1-1CFE-CFDA-304627A174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37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</TotalTime>
  <Words>8</Words>
  <Application>Microsoft Office PowerPoint</Application>
  <PresentationFormat>Widescreen</PresentationFormat>
  <Paragraphs>4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Aptos</vt:lpstr>
      <vt:lpstr>Aptos Display</vt:lpstr>
      <vt:lpstr>Arial</vt:lpstr>
      <vt:lpstr>Office Theme</vt:lpstr>
      <vt:lpstr>Transformers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Transformers</dc:title>
  <dc:creator>Alaa Hamdy</dc:creator>
  <cp:lastModifiedBy>Alaa Hamdy</cp:lastModifiedBy>
  <cp:revision>49</cp:revision>
  <dcterms:created xsi:type="dcterms:W3CDTF">2024-05-06T21:22:56Z</dcterms:created>
  <dcterms:modified xsi:type="dcterms:W3CDTF">2024-05-08T10:09:04Z</dcterms:modified>
</cp:coreProperties>
</file>