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9" autoAdjust="0"/>
    <p:restoredTop sz="94660"/>
  </p:normalViewPr>
  <p:slideViewPr>
    <p:cSldViewPr snapToGrid="0">
      <p:cViewPr varScale="1">
        <p:scale>
          <a:sx n="63" d="100"/>
          <a:sy n="63" d="100"/>
        </p:scale>
        <p:origin x="5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8600-F15A-4527-84D9-8C3B4469456C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7E7-A9A4-499F-B1CF-525BC7C76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53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8600-F15A-4527-84D9-8C3B4469456C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7E7-A9A4-499F-B1CF-525BC7C76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40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8600-F15A-4527-84D9-8C3B4469456C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7E7-A9A4-499F-B1CF-525BC7C76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8600-F15A-4527-84D9-8C3B4469456C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7E7-A9A4-499F-B1CF-525BC7C76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579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8600-F15A-4527-84D9-8C3B4469456C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7E7-A9A4-499F-B1CF-525BC7C76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64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8600-F15A-4527-84D9-8C3B4469456C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7E7-A9A4-499F-B1CF-525BC7C76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87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8600-F15A-4527-84D9-8C3B4469456C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7E7-A9A4-499F-B1CF-525BC7C76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32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8600-F15A-4527-84D9-8C3B4469456C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7E7-A9A4-499F-B1CF-525BC7C76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88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8600-F15A-4527-84D9-8C3B4469456C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7E7-A9A4-499F-B1CF-525BC7C76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44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8600-F15A-4527-84D9-8C3B4469456C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7E7-A9A4-499F-B1CF-525BC7C76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86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58600-F15A-4527-84D9-8C3B4469456C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7E7-A9A4-499F-B1CF-525BC7C76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17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58600-F15A-4527-84D9-8C3B4469456C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7A7E7-A9A4-499F-B1CF-525BC7C76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6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954134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Comparing Hidden Markov Models (HMM), Recurrent Neural Network (RNN), and Long Short-Term Memory (LSTM)</a:t>
            </a:r>
          </a:p>
        </p:txBody>
      </p:sp>
    </p:spTree>
    <p:extLst>
      <p:ext uri="{BB962C8B-B14F-4D97-AF65-F5344CB8AC3E}">
        <p14:creationId xmlns:p14="http://schemas.microsoft.com/office/powerpoint/2010/main" val="303468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Similarities between HMM, RNN, and LSTM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precisely, all models can be used for modeling the distribution of a sequence of random observations from a set of variables.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2F4875-35D9-D539-2C67-BE849FA0B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699" y="3628353"/>
            <a:ext cx="3274280" cy="25486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B019F7-D930-AF1E-C4F6-97C4D509C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425" y="3227369"/>
            <a:ext cx="3753737" cy="3350578"/>
          </a:xfrm>
          <a:prstGeom prst="rect">
            <a:avLst/>
          </a:prstGeom>
        </p:spPr>
      </p:pic>
      <p:pic>
        <p:nvPicPr>
          <p:cNvPr id="1028" name="Picture 4" descr="Hidden Markov model - Wikipedia">
            <a:extLst>
              <a:ext uri="{FF2B5EF4-FFF2-40B4-BE49-F238E27FC236}">
                <a16:creationId xmlns:a16="http://schemas.microsoft.com/office/drawing/2014/main" id="{03B0852F-8DB4-39A6-8BA3-CD27E5588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882" y="3429000"/>
            <a:ext cx="3753737" cy="3005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D0105A-EFEB-7B83-121D-116AE8858192}"/>
              </a:ext>
            </a:extLst>
          </p:cNvPr>
          <p:cNvSpPr txBox="1"/>
          <p:nvPr/>
        </p:nvSpPr>
        <p:spPr>
          <a:xfrm>
            <a:off x="1859280" y="6295280"/>
            <a:ext cx="165608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HMM</a:t>
            </a:r>
            <a:endParaRPr lang="ar-E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8AB29C-2B3F-CC86-ACB0-9D1BADB2C3CF}"/>
              </a:ext>
            </a:extLst>
          </p:cNvPr>
          <p:cNvSpPr txBox="1"/>
          <p:nvPr/>
        </p:nvSpPr>
        <p:spPr>
          <a:xfrm>
            <a:off x="5927722" y="6295280"/>
            <a:ext cx="129032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RNN</a:t>
            </a:r>
            <a:endParaRPr lang="ar-E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473B25-398F-3259-8880-3F00185AC400}"/>
              </a:ext>
            </a:extLst>
          </p:cNvPr>
          <p:cNvSpPr txBox="1"/>
          <p:nvPr/>
        </p:nvSpPr>
        <p:spPr>
          <a:xfrm>
            <a:off x="9784080" y="6311900"/>
            <a:ext cx="129032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LSTM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843893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Hidden Markov Models (HMM) and Recurrent Neural Network (RNN)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87020"/>
            <a:ext cx="10515600" cy="3266492"/>
          </a:xfrm>
        </p:spPr>
        <p:txBody>
          <a:bodyPr/>
          <a:lstStyle/>
          <a:p>
            <a:r>
              <a:rPr lang="en-US" dirty="0"/>
              <a:t>However, in RNN, the variable is </a:t>
            </a:r>
            <a:r>
              <a:rPr lang="en-US" i="1" dirty="0"/>
              <a:t>deterministically</a:t>
            </a:r>
            <a:r>
              <a:rPr lang="en-US" dirty="0"/>
              <a:t> deduced from the current observation and the previous variable, while, in HMM, the variables are </a:t>
            </a:r>
            <a:r>
              <a:rPr lang="en-US" i="1" dirty="0"/>
              <a:t>random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0056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the difference between HMM and LSTM?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17198"/>
            <a:ext cx="10515600" cy="3434272"/>
          </a:xfrm>
        </p:spPr>
        <p:txBody>
          <a:bodyPr/>
          <a:lstStyle/>
          <a:p>
            <a:r>
              <a:rPr lang="en-US" dirty="0"/>
              <a:t>The Hidden Markov Model relies on statistics and distributions, and therefore probability maximization, whereas a LSTM searches for relations in the data 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925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Stock prediction using a Hidden Markov Model versus a Long Short-Term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25587"/>
            <a:ext cx="10515600" cy="3451050"/>
          </a:xfrm>
        </p:spPr>
        <p:txBody>
          <a:bodyPr/>
          <a:lstStyle/>
          <a:p>
            <a:r>
              <a:rPr lang="en-US" dirty="0"/>
              <a:t>The conclusion of this study is therefore that given the results, the HMM is the better performing model when predicting stock prices when comparing it with the LSTM.</a:t>
            </a:r>
          </a:p>
        </p:txBody>
      </p:sp>
    </p:spTree>
    <p:extLst>
      <p:ext uri="{BB962C8B-B14F-4D97-AF65-F5344CB8AC3E}">
        <p14:creationId xmlns:p14="http://schemas.microsoft.com/office/powerpoint/2010/main" val="2409912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572" y="390561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Comparing Hidden Markov Models (HMM) and Long Short Term Memory (LSTM)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476" t="42101" r="19927" b="17682"/>
          <a:stretch/>
        </p:blipFill>
        <p:spPr>
          <a:xfrm>
            <a:off x="6141982" y="2467446"/>
            <a:ext cx="5691352" cy="28329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9989" t="36746" r="19882" b="25323"/>
          <a:stretch/>
        </p:blipFill>
        <p:spPr>
          <a:xfrm>
            <a:off x="378372" y="2525630"/>
            <a:ext cx="5864772" cy="27747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54490" y="5593811"/>
            <a:ext cx="55874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 predictions made by the HMM versus the actual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74372" y="5593811"/>
            <a:ext cx="55602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 predictions made by the LSTM versus the actual data.</a:t>
            </a:r>
          </a:p>
        </p:txBody>
      </p:sp>
    </p:spTree>
    <p:extLst>
      <p:ext uri="{BB962C8B-B14F-4D97-AF65-F5344CB8AC3E}">
        <p14:creationId xmlns:p14="http://schemas.microsoft.com/office/powerpoint/2010/main" val="3550450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difference between LSTM and RNN?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99046"/>
            <a:ext cx="10515600" cy="4351338"/>
          </a:xfrm>
        </p:spPr>
        <p:txBody>
          <a:bodyPr/>
          <a:lstStyle/>
          <a:p>
            <a:r>
              <a:rPr lang="en-US" dirty="0"/>
              <a:t>The main difference between RNN and LSTM (Long Short-Term Memory) lies in their ability to effectively handle long-range dependencies in sequential data</a:t>
            </a:r>
            <a:r>
              <a:rPr lang="en-US"/>
              <a:t>. </a:t>
            </a:r>
          </a:p>
          <a:p>
            <a:endParaRPr lang="en-US"/>
          </a:p>
          <a:p>
            <a:r>
              <a:rPr lang="en-US" dirty="0"/>
              <a:t>While RNNs suffer from vanishing gradient problems, LSTMs employ a more sophisticated architecture with memory cells and gating mechanisms.</a:t>
            </a:r>
          </a:p>
        </p:txBody>
      </p:sp>
    </p:spTree>
    <p:extLst>
      <p:ext uri="{BB962C8B-B14F-4D97-AF65-F5344CB8AC3E}">
        <p14:creationId xmlns:p14="http://schemas.microsoft.com/office/powerpoint/2010/main" val="3917443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267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Comparing Hidden Markov Models (HMM), Recurrent Neural Network (RNN), and Long Short-Term Memory (LSTM)</vt:lpstr>
      <vt:lpstr>Similarities between HMM, RNN, and LSTM</vt:lpstr>
      <vt:lpstr>Comparing Hidden Markov Models (HMM) and Recurrent Neural Network (RNN)</vt:lpstr>
      <vt:lpstr>What is the difference between HMM and LSTM?</vt:lpstr>
      <vt:lpstr>Stock prediction using a Hidden Markov Model versus a Long Short-Term Memory</vt:lpstr>
      <vt:lpstr>Comparing Hidden Markov Models (HMM) and Long Short Term Memory (LSTM)</vt:lpstr>
      <vt:lpstr>What is the difference between LSTM and RNN?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Hidden Markov Models (HMM), Recurrent Neural Network (RNN), and Long Short Term Memory (LSTM)</dc:title>
  <dc:creator>Instructor317</dc:creator>
  <cp:lastModifiedBy>Alaa Hamdy</cp:lastModifiedBy>
  <cp:revision>14</cp:revision>
  <dcterms:created xsi:type="dcterms:W3CDTF">2024-03-12T11:13:45Z</dcterms:created>
  <dcterms:modified xsi:type="dcterms:W3CDTF">2024-03-13T15:54:38Z</dcterms:modified>
</cp:coreProperties>
</file>