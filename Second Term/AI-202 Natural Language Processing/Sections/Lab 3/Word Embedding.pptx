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3" r:id="rId2"/>
  </p:sldMasterIdLst>
  <p:notesMasterIdLst>
    <p:notesMasterId r:id="rId15"/>
  </p:notesMasterIdLst>
  <p:handoutMasterIdLst>
    <p:handoutMasterId r:id="rId16"/>
  </p:handoutMasterIdLst>
  <p:sldIdLst>
    <p:sldId id="418" r:id="rId3"/>
    <p:sldId id="420" r:id="rId4"/>
    <p:sldId id="256" r:id="rId5"/>
    <p:sldId id="318" r:id="rId6"/>
    <p:sldId id="422" r:id="rId7"/>
    <p:sldId id="423" r:id="rId8"/>
    <p:sldId id="424" r:id="rId9"/>
    <p:sldId id="426" r:id="rId10"/>
    <p:sldId id="425" r:id="rId11"/>
    <p:sldId id="427" r:id="rId12"/>
    <p:sldId id="428" r:id="rId13"/>
    <p:sldId id="40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E7"/>
    <a:srgbClr val="0FAB7D"/>
    <a:srgbClr val="336EA8"/>
    <a:srgbClr val="94B9D6"/>
    <a:srgbClr val="1869A6"/>
    <a:srgbClr val="2AAF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69D18C-F614-AA06-7896-C2537A503F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233310-1084-80E5-77A5-58D9FF9781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A934D-986A-461F-A56A-008EB77503FA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0369A7-2F8D-89A0-ECB3-4F455C56F7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0CFA2-3CB1-B738-9B34-7A952AF88B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49821-D232-445A-BEEB-776290B88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10709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601773-843B-402D-B943-E7367BE302C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223A7-FDE5-4555-AB7B-2BBB96A8A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9031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223A7-FDE5-4555-AB7B-2BBB96A8A41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55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E6A63-2F56-4EBF-0D58-57DF206ED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0391A-1621-B42A-9D57-1ABBF357E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864DF-E810-93E8-2243-7A0FEC571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5B158-AF63-2B88-45A7-2CB931457E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59243-F87F-5802-5BC0-309CC0AC8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223A7-FDE5-4555-AB7B-2BBB96A8A41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24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E79E1-710E-999A-1215-E8D7E1809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BE7C9D-0F04-0553-409B-FC485167C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EAE99-6C75-B221-DA8B-3CED4FE1C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BA6E05-A144-2984-52BD-1B7345A7BF6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6FB3D-FF8A-E652-1E3C-EA8AD401F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223A7-FDE5-4555-AB7B-2BBB96A8A41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23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5F644-5951-BE38-83E2-06CA6E12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612BB-74B4-32C2-55D5-FD1DBAC7A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5983F-EEDC-AC82-6D0F-53849DEC0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65FE9E-ADB4-84C9-1815-B4063E650C0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ECD18-D68D-C696-024E-2BC43EF74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223A7-FDE5-4555-AB7B-2BBB96A8A41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734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8DFDE-D6EE-AE72-A056-2C2F18234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59AB7-A61E-0B0B-0307-486DB5F5C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D1DFF-09C9-66A0-E88E-78C39C58A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41FFC6-C83A-9D3B-60B5-0852B203468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14CAE6-91A8-79B1-55E1-A30C72B1BA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223A7-FDE5-4555-AB7B-2BBB96A8A41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65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B139-107E-409B-2ED4-D4A7DD4C5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A52A-93FE-785E-2FA6-2FAEDC350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F14E7-9A9A-4F42-8931-10DE7C90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FF7A-F30C-A6D9-3895-30612B80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F90A2-3B62-6325-470A-B9B73EA9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96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69DA-E42A-FE27-AA41-731BF205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59706-A550-C6E9-2720-CCB282CEC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20CA7-9C9A-0577-4CCD-3B87820F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4383E-53DD-9D18-FC66-F2C5FF94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E639E-9C8E-E271-40E4-1C19C8C0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78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27F23-6EBB-5E3A-30D0-D948972C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A5F3C-F325-379C-B4CA-0108AA6C9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DA449-FEEC-643B-9141-070D4A94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BE56D-096C-E0A5-180D-02A6773F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F5F4F-7E6C-8842-D7E6-3F331FDB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25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DB9F-C686-3FDA-8C23-FE9672E9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6D82F-B545-0F57-871B-B0D3E0AE4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FC397-DA15-A6B6-C3B1-040DAD2EB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34DF6-DAD6-0A6C-C15A-E2CE1F6A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2694A-D2A5-D287-CFF3-E6CFA007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75350-79E3-62A1-BA99-47777829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4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5BEB-3BB7-9510-AC43-7603A6E6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BA45-26C3-EFE3-C70B-12B9C735A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CCCDA-CF94-D76F-FE8D-315A5E9BB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65874-5205-B359-3B7A-BA141F61D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91210-59C7-9C12-7645-7567F1563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C59402-73BF-384F-8C22-742ABA88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C473C-376E-933E-4CDD-63D0596BA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69F79-D83E-A230-AC6B-14EA1EDF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2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A40C-46FF-F138-A81F-6594AEDFA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D89BE-0076-61C4-2228-F37D0B5A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78F3C-E92F-F7FD-7457-84D9EC10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360B0-9F7A-3F31-5FD8-5227DC5B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7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7AD4A-540A-390C-B2A0-10FF2477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138C24-6E50-16FE-9199-C0884CCC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242A5-58B1-2A09-BAF7-831A0ED9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071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3468-0DFC-1009-E8E1-9C49B5D5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CBE10-5665-6F86-E6B6-A73F1C0EF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28356-C29C-6313-AF1D-ADB1E5A82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6CB27-29DF-BD60-24EE-3BCF9D33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F8643-E1BC-6E17-B879-BC99195B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9D382-5555-B048-A326-EA355970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9A6B-2CF1-39AE-15A7-BA13C15B9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C3373-1EC9-E4B7-6811-9F5358792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9B7A5-F627-82B4-6EB7-4EC6BAAD4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F0924-9A1B-ADC7-8C25-31EA87FC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42CC3-849C-1BB4-E9D5-7B8FB930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189ED-E57A-B354-B83D-48ED9C9F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00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A469-1C75-CF6A-53BC-9C9D35B5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319B9-1033-848C-A76C-699B343BE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D228-3DFD-30BA-5759-323799AC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4A193-9DC3-8403-8915-1ECB15D9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38746-1675-A898-C3BA-D00B1691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83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0EC28-665D-BA5B-52B4-18F905411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62566-2EDA-004B-AFC3-81E755CED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57600-E167-4DD2-97FF-B5DE6FCB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83542-C3EB-2B0B-1AF7-5119932DC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93BAB-A4B8-CE77-B6D9-57311791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33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B067-48F5-F89F-FB9D-5FE5780FA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22C03-5462-BE7D-9857-C918C9F97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95276-2C8F-6168-6E13-2A4FA77B1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92760-56C2-4C67-A0A1-EA4CB4F5371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80246-2931-4704-4FDC-E35B827D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1FB5D-9499-7380-858D-9E085979D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26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97E6-5DAF-F934-CCED-354F50A17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3EEF0-26E9-D1FA-0A6F-FF91FC7E4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87282-83AD-8853-E264-1D0A207A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A87DE-453B-43B6-A2E7-B7ACAB1CBB72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14358-E049-2D3F-D669-DD81BA50C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AFD00-AA8A-DB57-F547-E15B44F1C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116C06-E7EB-6429-A295-00B99A717A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0937C5-8EC1-D09E-DE03-9DBA9B3598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193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5B522-4BD2-86AE-A9E6-960216CD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5F56D-30E4-367B-9A03-ECCF28C79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EF06C-BFCC-9C9C-7EB7-1E5AACEA5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92760-56C2-4C67-A0A1-EA4CB4F5371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F6CAC-5995-DB8B-84BE-4F8C9199C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825A5-1058-9E0A-E613-F5213F0F7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AB6BFC-99D0-9E1A-34CD-3C79C06C36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9168F0-0908-FFED-8864-E749A2DA36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</p:spPr>
      </p:pic>
      <p:sp>
        <p:nvSpPr>
          <p:cNvPr id="9" name="Freeform 6">
            <a:extLst>
              <a:ext uri="{FF2B5EF4-FFF2-40B4-BE49-F238E27FC236}">
                <a16:creationId xmlns:a16="http://schemas.microsoft.com/office/drawing/2014/main" id="{28DAE7E5-0200-BC45-0FA9-0F19064EE4C2}"/>
              </a:ext>
            </a:extLst>
          </p:cNvPr>
          <p:cNvSpPr/>
          <p:nvPr userDrawn="1"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</p:spPr>
      </p:sp>
    </p:spTree>
    <p:extLst>
      <p:ext uri="{BB962C8B-B14F-4D97-AF65-F5344CB8AC3E}">
        <p14:creationId xmlns:p14="http://schemas.microsoft.com/office/powerpoint/2010/main" val="19774844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65C98-080C-7F18-08E6-9AF04D62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E1295-675E-83A6-34C2-7975251C05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861AF-5EFB-C135-B81A-90E747FAA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B77C2-0718-1BCB-D553-C9324FE6C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9074-3525-4C53-BB5F-EDBE2C3919B2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01AD9-AB3C-2001-751E-54A28E9E3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34C33-CECA-79A4-D624-80E0E74E0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20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32267-26FC-6EF5-BA24-F64A428E4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97C2B-B95A-9E31-1813-C70E5DB2C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1D6B7-B0C6-4F7F-8C6D-50A21D60D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0AD06D-B9F0-80A6-51BA-C9C36BCDA4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AC0FBC-F337-1B2E-DAD2-34415B916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A34DBF-1C1E-7F9A-EBF5-B48090D0B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DF3FA-3BBB-4E21-B01F-8E78166C2641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5A5250-F445-15C4-2E1A-504F7D6DD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7AED5-486D-12EE-F3EE-3F190F31D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25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88433-4FFC-B2AD-E8E0-A77ACA0FD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2A2E9E-030C-01EE-08C2-A78851695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51039-3078-40BB-9654-06ADED92961B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792BA-2AC1-A769-7721-8E76F884E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C94C34-9CF2-EBAE-D12D-EB6B45D96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588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FA7F4B-4A04-9065-F274-ACFC9ED6A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CCE6-15BD-43D7-B1E2-4DA008F6C4FD}" type="datetime1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8CF81-8EA1-B099-D746-376266E11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1572A-C757-3CFC-D54E-A12559F22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75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6A33B-007F-10CB-F834-8735B57CF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B5BCB-4E65-91EE-CA5E-C46ABA6B8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46885-7F86-A444-580C-F0ECB4116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81C62-C5F7-9D4E-620F-C2E9B22D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D01C-F978-47A5-82BB-936A35605786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BF67D-7E0D-6944-83AC-68A49470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C985B-436A-5289-D448-4F95A26ED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87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6EDD1-543D-5421-2BE2-E1C1352EF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1ADB2C-24B2-A068-C741-948606440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515B72-89DC-3B0B-BC01-011A04F53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579CA-C329-4E5A-DE96-7D005114E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1BF65-6261-4506-9B18-09D466A4862C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7C124-F9B5-2926-5822-6752A2C25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A2A66-5E06-09B5-EB5E-406D56DF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028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B08CF-171B-247E-54E0-15816DA9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95E58F-0D6C-46E0-AF06-2988A1029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3D02E-145C-5B39-B8C3-9ACC29BD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0235-769B-4CA0-A62B-C6A5AB72DE14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7E741-CC67-6A69-BDCD-22B09BEA5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047C0-32CC-010F-166A-CA770475F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38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7D5922-4E46-21AF-AAA0-F541032470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F41D9-467A-76C5-E522-DC9AB3F31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FBFE3-51BF-C69D-E646-BC0042CAD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8335-0A38-47E0-BDB5-15E3DCC52633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E99DF-9F64-6635-4003-89C27CB69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C8D74-D105-837C-E7EB-1C9D1D02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13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68A88-1EE1-3422-84E1-7CB361B1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1FC91-FAA2-D65F-E901-C6884F9C61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227FE5-55EA-4524-9391-07C0F38E76CE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48D4D-60AF-93C1-9BF4-DCE9AEF7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DD901-3047-7838-FFFA-C6F934BA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83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4364F-4A4B-7386-A435-22F321D8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483A6-1F3F-7B65-8E8D-2AB48AF22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C05A4-6C72-63AF-337A-BC58AB896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88EB7-673A-EA28-C197-EC276A789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AE80-9F80-5AFE-CF88-CA7E60583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454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2CE30D-DAE0-20FF-4FE6-207F6B621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4691E-D56C-E092-7110-D01F8C557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0A45A-B146-5AAA-6F3C-F8CADE4AEF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992760-56C2-4C67-A0A1-EA4CB4F5371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71156-4C65-F634-31D1-C7258CA0D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01C1F-EE49-B691-7639-C7556EF3E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E24C92-1265-4741-8F9F-404A15D9386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42346D-790E-0098-B28B-CF60A70695E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042B82-8E4C-3AE0-0647-327592B99990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704BAB-00EA-7122-0086-480B7F613F4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</p:spPr>
      </p:pic>
      <p:sp>
        <p:nvSpPr>
          <p:cNvPr id="10" name="Freeform 6">
            <a:extLst>
              <a:ext uri="{FF2B5EF4-FFF2-40B4-BE49-F238E27FC236}">
                <a16:creationId xmlns:a16="http://schemas.microsoft.com/office/drawing/2014/main" id="{E7BFAAFC-A39F-3A81-BE94-85E94EAEC266}"/>
              </a:ext>
            </a:extLst>
          </p:cNvPr>
          <p:cNvSpPr/>
          <p:nvPr userDrawn="1"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21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841B8-39D1-60C9-71F3-BFD49476A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4815" y="798703"/>
            <a:ext cx="5221185" cy="2557145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633AC-863C-395F-7D50-076B7E422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663" y="3078283"/>
            <a:ext cx="6429744" cy="3105295"/>
          </a:xfrm>
        </p:spPr>
        <p:txBody>
          <a:bodyPr anchor="t"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Lab5</a:t>
            </a:r>
          </a:p>
          <a:p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</a:p>
          <a:p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 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Visión - Iconos gratis de computadora">
            <a:extLst>
              <a:ext uri="{FF2B5EF4-FFF2-40B4-BE49-F238E27FC236}">
                <a16:creationId xmlns:a16="http://schemas.microsoft.com/office/drawing/2014/main" id="{49AA78AA-A709-087F-383E-59E9AA762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392" y="74764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logo with blue lines and a letter h&#10;&#10;Description automatically generated">
            <a:extLst>
              <a:ext uri="{FF2B5EF4-FFF2-40B4-BE49-F238E27FC236}">
                <a16:creationId xmlns:a16="http://schemas.microsoft.com/office/drawing/2014/main" id="{C9B122F7-7E2F-6114-9CF4-7B48B5849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1" r="17967"/>
          <a:stretch/>
        </p:blipFill>
        <p:spPr>
          <a:xfrm>
            <a:off x="7461299" y="1903445"/>
            <a:ext cx="3182522" cy="216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7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4863A2-932F-6ADD-3F86-5462C89AE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8688DE2-7C89-C469-56FD-23B0ED465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Hot Encoder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413606-4AD7-15FB-CFD9-619227A7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EE24C92-1265-4741-8F9F-404A15D9386E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8F91ABC-F566-5057-EDE6-BB5FDF10749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indent="-228600" algn="l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+mn-lt"/>
                <a:ea typeface="+mn-ea"/>
                <a:cs typeface="+mn-cs"/>
              </a:rPr>
              <a:t>high-dimensional vectors </a:t>
            </a:r>
          </a:p>
          <a:p>
            <a:pPr marL="228600" indent="-228600" algn="l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  <a:ea typeface="+mn-ea"/>
                <a:cs typeface="+mn-cs"/>
              </a:rPr>
              <a:t>Sparse Matrix</a:t>
            </a:r>
            <a:endParaRPr lang="en-US" sz="2800" b="0" i="0" dirty="0">
              <a:effectLst/>
              <a:latin typeface="+mn-lt"/>
              <a:ea typeface="+mn-ea"/>
              <a:cs typeface="+mn-cs"/>
            </a:endParaRPr>
          </a:p>
          <a:p>
            <a:pPr marL="228600" indent="-228600" algn="l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+mn-lt"/>
                <a:ea typeface="+mn-ea"/>
                <a:cs typeface="+mn-cs"/>
              </a:rPr>
              <a:t>Does not capture semantic relationships between words</a:t>
            </a:r>
            <a:br>
              <a:rPr lang="en-US" sz="2800" b="0" i="0" baseline="30000" dirty="0">
                <a:effectLst/>
                <a:latin typeface="+mn-lt"/>
                <a:ea typeface="+mn-ea"/>
                <a:cs typeface="+mn-cs"/>
              </a:rPr>
            </a:br>
            <a:endParaRPr lang="en-US" sz="2800" spc="93" dirty="0"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A480B981-E3E2-BCE8-36FD-AFDFDA8A5D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301"/>
          <a:stretch/>
        </p:blipFill>
        <p:spPr>
          <a:xfrm>
            <a:off x="7467024" y="1027906"/>
            <a:ext cx="2515176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62687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ctrTitle"/>
          </p:nvPr>
        </p:nvSpPr>
        <p:spPr/>
        <p:txBody>
          <a:bodyPr vert="horz" lIns="0" tIns="16933" rIns="0" bIns="0" rtlCol="0" anchor="b">
            <a:normAutofit/>
          </a:bodyPr>
          <a:lstStyle/>
          <a:p>
            <a:pPr marL="16933">
              <a:spcBef>
                <a:spcPts val="133"/>
              </a:spcBef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C85FC3-47E8-8C76-DB20-73B20765B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EE24C92-1265-4741-8F9F-404A15D9386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/>
        <p:txBody>
          <a:bodyPr vert="horz" lIns="0" tIns="16933" rIns="0" bIns="0" rtlCol="0" anchor="ctr">
            <a:normAutofit/>
          </a:bodyPr>
          <a:lstStyle/>
          <a:p>
            <a:pPr marL="16933">
              <a:spcBef>
                <a:spcPts val="133"/>
              </a:spcBef>
            </a:pPr>
            <a:r>
              <a:rPr lang="en-US" spc="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 </a:t>
            </a:r>
            <a:endParaRPr lang="en-US" spc="9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19B03F-03D1-6655-4323-0100C9B6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EE24C92-1265-4741-8F9F-404A15D9386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9E992C8-383B-F251-E1BB-390EFE7C4E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51"/>
          <a:stretch/>
        </p:blipFill>
        <p:spPr>
          <a:xfrm>
            <a:off x="4535424" y="1867821"/>
            <a:ext cx="7513320" cy="4311395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C926BE-E043-E386-1F61-2CB230B7AB9B}"/>
              </a:ext>
            </a:extLst>
          </p:cNvPr>
          <p:cNvSpPr txBox="1"/>
          <p:nvPr/>
        </p:nvSpPr>
        <p:spPr>
          <a:xfrm>
            <a:off x="285750" y="2274838"/>
            <a:ext cx="433197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embeddings give us a way to use an efficient, dense representation in which similar words have a similar encoding.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do not have to specify this encoding by hand.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2021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embedding is a dense vector of floating-point values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8D3A2E-C59D-34CF-90EF-30A8A1FFF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673901-C0AB-B2A0-D3E4-72E13BD9E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EE24C92-1265-4741-8F9F-404A15D9386E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2050" name="Picture 2" descr="What are Vector Embeddings? Applications, Use Cases &amp; More">
            <a:extLst>
              <a:ext uri="{FF2B5EF4-FFF2-40B4-BE49-F238E27FC236}">
                <a16:creationId xmlns:a16="http://schemas.microsoft.com/office/drawing/2014/main" id="{DCDC17E9-78F9-DFAD-B175-142FA5DF6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826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D84569-8275-ABD6-64D0-A29A77742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91D967-E5C6-AD29-5C90-1C013E7B9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EE24C92-1265-4741-8F9F-404A15D9386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5EF61B-4303-A1B1-D831-0409B1D7A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92" y="277968"/>
            <a:ext cx="11545911" cy="32580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09593F-EF18-DBB1-C728-8E7AFA509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605" y="3709469"/>
            <a:ext cx="8678486" cy="1019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B3192F-D7F9-EAAD-5F4D-A9A1D8A0B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3949" y="5075778"/>
            <a:ext cx="6630325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95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5AE38A-51C0-1F22-3CFB-7B875584A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865E9A94-D977-72A7-894A-685AC3C6B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8AA43-ADD5-4FCA-C2C4-1EBDEA2209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4815" y="798703"/>
            <a:ext cx="5221185" cy="2557145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6E0C2-FFA3-A7EC-2438-E9151646E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663" y="3078283"/>
            <a:ext cx="6429744" cy="3105295"/>
          </a:xfrm>
        </p:spPr>
        <p:txBody>
          <a:bodyPr anchor="t"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Lab5</a:t>
            </a:r>
          </a:p>
          <a:p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</a:p>
          <a:p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&amp; Padding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AFDE82CC-C561-6220-3D5E-FDEB65F99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54772CDA-A132-C6BF-2157-9C4B7168E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1CA8CFB9-072E-C632-6DB1-130B3BAD6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96C80D62-057F-CCFB-475B-9EC7B79A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48EC0D0E-DE65-9DDF-8CA4-97D17854E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FCAEE2FA-3C60-75B4-3D76-08503E6F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Visión - Iconos gratis de computadora">
            <a:extLst>
              <a:ext uri="{FF2B5EF4-FFF2-40B4-BE49-F238E27FC236}">
                <a16:creationId xmlns:a16="http://schemas.microsoft.com/office/drawing/2014/main" id="{3E50A25B-631E-3115-0727-6B4CF1035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392" y="74764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logo with blue lines and a letter h&#10;&#10;Description automatically generated">
            <a:extLst>
              <a:ext uri="{FF2B5EF4-FFF2-40B4-BE49-F238E27FC236}">
                <a16:creationId xmlns:a16="http://schemas.microsoft.com/office/drawing/2014/main" id="{65A77A58-1987-E9BF-7D95-562834876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1" r="17967"/>
          <a:stretch/>
        </p:blipFill>
        <p:spPr>
          <a:xfrm>
            <a:off x="7461299" y="1903445"/>
            <a:ext cx="3182522" cy="216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338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09B1F7-0DBE-CB00-7E50-329D0FAC8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36E493-DE0F-8CA8-E643-0B22752D9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EE24C92-1265-4741-8F9F-404A15D9386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3C4E51-3A60-AD8B-7AD9-509C2F162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686" y="136525"/>
            <a:ext cx="7505700" cy="3028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C5DA75-EE4E-6C60-E027-56E2C5EC6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961" y="3555257"/>
            <a:ext cx="462915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5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00D0D3-3C1A-1C07-A8E9-A6A81B545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60007-210A-AEE2-CD66-8C3D50C3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EE24C92-1265-4741-8F9F-404A15D9386E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417B96-2E51-79AC-6E91-20DD12822A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624" r="180"/>
          <a:stretch>
            <a:fillRect/>
          </a:stretch>
        </p:blipFill>
        <p:spPr>
          <a:xfrm>
            <a:off x="2085774" y="408562"/>
            <a:ext cx="7334655" cy="46206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7224BF-7EA9-CC39-F45B-0FDAB375B7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52" b="9895"/>
          <a:stretch>
            <a:fillRect/>
          </a:stretch>
        </p:blipFill>
        <p:spPr>
          <a:xfrm>
            <a:off x="0" y="5535950"/>
            <a:ext cx="12198483" cy="54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97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EBBAFA-140F-F93E-5BFD-DA8C3C4A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C4988-7F01-61C9-FC07-20B62B6F2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EE24C92-1265-4741-8F9F-404A15D9386E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0D4BAC-20C5-5024-0462-1EE6812970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7019"/>
          <a:stretch>
            <a:fillRect/>
          </a:stretch>
        </p:blipFill>
        <p:spPr>
          <a:xfrm>
            <a:off x="0" y="24319"/>
            <a:ext cx="9286875" cy="588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855FA7-4AC8-2491-467C-3F355D7288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951"/>
          <a:stretch>
            <a:fillRect/>
          </a:stretch>
        </p:blipFill>
        <p:spPr>
          <a:xfrm>
            <a:off x="0" y="588524"/>
            <a:ext cx="9144000" cy="62451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E732C1-6414-70CC-64ED-77B74BBB7F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75" y="87092"/>
            <a:ext cx="2667000" cy="1819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DAE5B5-2860-AA17-5892-DF3B40F79B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875" y="2843719"/>
            <a:ext cx="2743200" cy="17811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CEEC1C-DD0D-EBD2-33B2-10087DB255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1137" y="5189099"/>
            <a:ext cx="3114675" cy="1581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97DAB1-2760-9FEC-B30C-B97C88954935}"/>
              </a:ext>
            </a:extLst>
          </p:cNvPr>
          <p:cNvSpPr txBox="1"/>
          <p:nvPr/>
        </p:nvSpPr>
        <p:spPr>
          <a:xfrm>
            <a:off x="9426102" y="2387188"/>
            <a:ext cx="2312011" cy="34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padding Pre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6D63D5-DAED-B05A-2A3E-79A7711B111D}"/>
              </a:ext>
            </a:extLst>
          </p:cNvPr>
          <p:cNvSpPr txBox="1"/>
          <p:nvPr/>
        </p:nvSpPr>
        <p:spPr>
          <a:xfrm>
            <a:off x="9464369" y="4676327"/>
            <a:ext cx="2312011" cy="34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padding Post</a:t>
            </a:r>
          </a:p>
        </p:txBody>
      </p:sp>
    </p:spTree>
    <p:extLst>
      <p:ext uri="{BB962C8B-B14F-4D97-AF65-F5344CB8AC3E}">
        <p14:creationId xmlns:p14="http://schemas.microsoft.com/office/powerpoint/2010/main" val="2666687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C8C16B5-3708-35C0-F6F3-AEC5BA16B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8B9DA-497B-D9C5-CE0A-E074385B2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EE24C92-1265-4741-8F9F-404A15D9386E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7CC07D-BA8F-9A2C-2114-05A69D68F9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7019"/>
          <a:stretch>
            <a:fillRect/>
          </a:stretch>
        </p:blipFill>
        <p:spPr>
          <a:xfrm>
            <a:off x="0" y="24319"/>
            <a:ext cx="9286875" cy="588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2FE662-FB72-5B72-6583-124E408445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951"/>
          <a:stretch>
            <a:fillRect/>
          </a:stretch>
        </p:blipFill>
        <p:spPr>
          <a:xfrm>
            <a:off x="0" y="588524"/>
            <a:ext cx="9144000" cy="62451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97893D-6C0B-A837-AA73-E88CC578A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75" y="87092"/>
            <a:ext cx="2667000" cy="1819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08B600-F11F-B0A6-C1DB-B4D5CAE4113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1041" r="43843"/>
          <a:stretch>
            <a:fillRect/>
          </a:stretch>
        </p:blipFill>
        <p:spPr>
          <a:xfrm>
            <a:off x="9765152" y="2793489"/>
            <a:ext cx="1588648" cy="12710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70A0C4-F63D-A6F2-446F-55A293D107D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9127"/>
          <a:stretch>
            <a:fillRect/>
          </a:stretch>
        </p:blipFill>
        <p:spPr>
          <a:xfrm>
            <a:off x="9716513" y="4749928"/>
            <a:ext cx="1685925" cy="12710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FE75C0-8CF1-4CAD-9309-D681859636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0" y="4275772"/>
            <a:ext cx="1638300" cy="3619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512204-BD49-3451-C3A4-5B0D7A8DB1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7875" y="2268204"/>
            <a:ext cx="168592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325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34368" y="2432493"/>
            <a:ext cx="3941233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8800" b="1" spc="-13" dirty="0"/>
              <a:t>Thanks</a:t>
            </a:r>
            <a:endParaRPr sz="88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91A882-7B02-BB3B-0C3C-81B0A094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7920</TotalTime>
  <Words>114</Words>
  <Application>Microsoft Office PowerPoint</Application>
  <PresentationFormat>Widescreen</PresentationFormat>
  <Paragraphs>41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Calibri Light</vt:lpstr>
      <vt:lpstr>Courier New</vt:lpstr>
      <vt:lpstr>Times New Roman</vt:lpstr>
      <vt:lpstr>1_Office Theme</vt:lpstr>
      <vt:lpstr>Office Theme</vt:lpstr>
      <vt:lpstr>Deep Learning  (DL)</vt:lpstr>
      <vt:lpstr>One Hot Encoder </vt:lpstr>
      <vt:lpstr>Word Embedding </vt:lpstr>
      <vt:lpstr>Word Embedding </vt:lpstr>
      <vt:lpstr>PowerPoint Presentation</vt:lpstr>
      <vt:lpstr>PowerPoint Presentation</vt:lpstr>
      <vt:lpstr>Deep Learning  (DL)</vt:lpstr>
      <vt:lpstr>PowerPoint Presentation</vt:lpstr>
      <vt:lpstr>PowerPoint Presentation</vt:lpstr>
      <vt:lpstr>PowerPoint Presentation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</dc:creator>
  <cp:lastModifiedBy>Hossam Fakher</cp:lastModifiedBy>
  <cp:revision>55</cp:revision>
  <dcterms:created xsi:type="dcterms:W3CDTF">2024-03-14T10:03:54Z</dcterms:created>
  <dcterms:modified xsi:type="dcterms:W3CDTF">2025-11-12T19:32:45Z</dcterms:modified>
</cp:coreProperties>
</file>