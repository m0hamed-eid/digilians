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notesMasterIdLst>
    <p:notesMasterId r:id="rId19"/>
  </p:notesMasterIdLst>
  <p:sldIdLst>
    <p:sldId id="398" r:id="rId2"/>
    <p:sldId id="258" r:id="rId3"/>
    <p:sldId id="260" r:id="rId4"/>
    <p:sldId id="263" r:id="rId5"/>
    <p:sldId id="261" r:id="rId6"/>
    <p:sldId id="264" r:id="rId7"/>
    <p:sldId id="265" r:id="rId8"/>
    <p:sldId id="267" r:id="rId9"/>
    <p:sldId id="269" r:id="rId10"/>
    <p:sldId id="268" r:id="rId11"/>
    <p:sldId id="266" r:id="rId12"/>
    <p:sldId id="270" r:id="rId13"/>
    <p:sldId id="303" r:id="rId14"/>
    <p:sldId id="272" r:id="rId15"/>
    <p:sldId id="274" r:id="rId16"/>
    <p:sldId id="399" r:id="rId17"/>
    <p:sldId id="4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4E54FF-5400-47B1-A20C-4A90F8C09FD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DC831C2-1433-4FE2-AB2B-C69FFB88338C}">
      <dgm:prSet/>
      <dgm:spPr/>
      <dgm:t>
        <a:bodyPr/>
        <a:lstStyle/>
        <a:p>
          <a:r>
            <a:rPr lang="en-US" b="0" i="0" baseline="0"/>
            <a:t>Healthcare</a:t>
          </a:r>
          <a:endParaRPr lang="en-US"/>
        </a:p>
      </dgm:t>
    </dgm:pt>
    <dgm:pt modelId="{80EC25EE-2E6F-43EE-A14E-A70C1068A903}" type="parTrans" cxnId="{B8251313-0551-4155-BDA8-059F5F1BED06}">
      <dgm:prSet/>
      <dgm:spPr/>
      <dgm:t>
        <a:bodyPr/>
        <a:lstStyle/>
        <a:p>
          <a:endParaRPr lang="en-US"/>
        </a:p>
      </dgm:t>
    </dgm:pt>
    <dgm:pt modelId="{1A952692-962B-4325-B3D5-C15323D4F314}" type="sibTrans" cxnId="{B8251313-0551-4155-BDA8-059F5F1BED06}">
      <dgm:prSet/>
      <dgm:spPr/>
      <dgm:t>
        <a:bodyPr/>
        <a:lstStyle/>
        <a:p>
          <a:endParaRPr lang="en-US"/>
        </a:p>
      </dgm:t>
    </dgm:pt>
    <dgm:pt modelId="{8AE59491-C504-4E36-A1BB-A689760042C7}">
      <dgm:prSet/>
      <dgm:spPr/>
      <dgm:t>
        <a:bodyPr/>
        <a:lstStyle/>
        <a:p>
          <a:r>
            <a:rPr lang="en-US" b="0" i="0" baseline="0"/>
            <a:t>Manufacturing</a:t>
          </a:r>
          <a:endParaRPr lang="en-US"/>
        </a:p>
      </dgm:t>
    </dgm:pt>
    <dgm:pt modelId="{03C98312-FAE6-4D48-A3CC-0957F42F34BF}" type="parTrans" cxnId="{69FC8ED7-2884-4301-B044-35A7F90DE8D6}">
      <dgm:prSet/>
      <dgm:spPr/>
      <dgm:t>
        <a:bodyPr/>
        <a:lstStyle/>
        <a:p>
          <a:endParaRPr lang="en-US"/>
        </a:p>
      </dgm:t>
    </dgm:pt>
    <dgm:pt modelId="{4D34C47E-E925-4C8C-9BCF-29005092783B}" type="sibTrans" cxnId="{69FC8ED7-2884-4301-B044-35A7F90DE8D6}">
      <dgm:prSet/>
      <dgm:spPr/>
      <dgm:t>
        <a:bodyPr/>
        <a:lstStyle/>
        <a:p>
          <a:endParaRPr lang="en-US"/>
        </a:p>
      </dgm:t>
    </dgm:pt>
    <dgm:pt modelId="{22CF07B1-29A0-4EBE-8E60-174CF19C2663}">
      <dgm:prSet/>
      <dgm:spPr/>
      <dgm:t>
        <a:bodyPr/>
        <a:lstStyle/>
        <a:p>
          <a:r>
            <a:rPr lang="en-US" b="0" i="0" baseline="0"/>
            <a:t>Agriculture</a:t>
          </a:r>
          <a:endParaRPr lang="en-US"/>
        </a:p>
      </dgm:t>
    </dgm:pt>
    <dgm:pt modelId="{006298D4-2534-47A9-9CAF-596D1AF4B4AB}" type="parTrans" cxnId="{4863778F-5061-488A-B377-DD665DC54BBD}">
      <dgm:prSet/>
      <dgm:spPr/>
      <dgm:t>
        <a:bodyPr/>
        <a:lstStyle/>
        <a:p>
          <a:endParaRPr lang="en-US"/>
        </a:p>
      </dgm:t>
    </dgm:pt>
    <dgm:pt modelId="{A32D0087-5116-4B62-9D8E-AD1F5E9C56F5}" type="sibTrans" cxnId="{4863778F-5061-488A-B377-DD665DC54BBD}">
      <dgm:prSet/>
      <dgm:spPr/>
      <dgm:t>
        <a:bodyPr/>
        <a:lstStyle/>
        <a:p>
          <a:endParaRPr lang="en-US"/>
        </a:p>
      </dgm:t>
    </dgm:pt>
    <dgm:pt modelId="{90569353-70CB-4D90-8D4B-7921A1E5944D}">
      <dgm:prSet/>
      <dgm:spPr/>
      <dgm:t>
        <a:bodyPr/>
        <a:lstStyle/>
        <a:p>
          <a:r>
            <a:rPr lang="en-US" b="0" i="0" baseline="0"/>
            <a:t>Smart cities</a:t>
          </a:r>
          <a:endParaRPr lang="en-US"/>
        </a:p>
      </dgm:t>
    </dgm:pt>
    <dgm:pt modelId="{4E70A3ED-FAC9-45BC-A503-2BC9891CCE8B}" type="parTrans" cxnId="{14471D92-4C2D-4FF9-92AA-6FD130922175}">
      <dgm:prSet/>
      <dgm:spPr/>
      <dgm:t>
        <a:bodyPr/>
        <a:lstStyle/>
        <a:p>
          <a:endParaRPr lang="en-US"/>
        </a:p>
      </dgm:t>
    </dgm:pt>
    <dgm:pt modelId="{0AA04B44-8FA1-4B79-B2BF-A20511C09ED8}" type="sibTrans" cxnId="{14471D92-4C2D-4FF9-92AA-6FD130922175}">
      <dgm:prSet/>
      <dgm:spPr/>
      <dgm:t>
        <a:bodyPr/>
        <a:lstStyle/>
        <a:p>
          <a:endParaRPr lang="en-US"/>
        </a:p>
      </dgm:t>
    </dgm:pt>
    <dgm:pt modelId="{2A5CCE3D-D579-4B56-93C2-91BBFC865B34}">
      <dgm:prSet/>
      <dgm:spPr/>
      <dgm:t>
        <a:bodyPr/>
        <a:lstStyle/>
        <a:p>
          <a:r>
            <a:rPr lang="en-US" b="0" i="0" baseline="0"/>
            <a:t>E-commerce</a:t>
          </a:r>
          <a:endParaRPr lang="en-US"/>
        </a:p>
      </dgm:t>
    </dgm:pt>
    <dgm:pt modelId="{D884681C-57CF-4691-9CB8-B23F3B6ECC1E}" type="parTrans" cxnId="{E831CCD4-17FD-41DB-B77A-95F6B96F949B}">
      <dgm:prSet/>
      <dgm:spPr/>
      <dgm:t>
        <a:bodyPr/>
        <a:lstStyle/>
        <a:p>
          <a:endParaRPr lang="en-US"/>
        </a:p>
      </dgm:t>
    </dgm:pt>
    <dgm:pt modelId="{16A882DF-8660-41E6-B959-9B05EE7A1D86}" type="sibTrans" cxnId="{E831CCD4-17FD-41DB-B77A-95F6B96F949B}">
      <dgm:prSet/>
      <dgm:spPr/>
      <dgm:t>
        <a:bodyPr/>
        <a:lstStyle/>
        <a:p>
          <a:endParaRPr lang="en-US"/>
        </a:p>
      </dgm:t>
    </dgm:pt>
    <dgm:pt modelId="{E5F492BC-4641-4C09-8E01-A7B06D50DC93}">
      <dgm:prSet/>
      <dgm:spPr/>
      <dgm:t>
        <a:bodyPr/>
        <a:lstStyle/>
        <a:p>
          <a:r>
            <a:rPr lang="en-US" b="0" i="0" baseline="0"/>
            <a:t>AR/VR</a:t>
          </a:r>
          <a:endParaRPr lang="en-US"/>
        </a:p>
      </dgm:t>
    </dgm:pt>
    <dgm:pt modelId="{4D08361B-4DFA-4B0A-9348-CC6736716773}" type="parTrans" cxnId="{6C719CFC-AB88-4E6E-8263-E39411992B97}">
      <dgm:prSet/>
      <dgm:spPr/>
      <dgm:t>
        <a:bodyPr/>
        <a:lstStyle/>
        <a:p>
          <a:endParaRPr lang="en-US"/>
        </a:p>
      </dgm:t>
    </dgm:pt>
    <dgm:pt modelId="{62F12D06-259F-43D6-8B71-C8A64B786766}" type="sibTrans" cxnId="{6C719CFC-AB88-4E6E-8263-E39411992B97}">
      <dgm:prSet/>
      <dgm:spPr/>
      <dgm:t>
        <a:bodyPr/>
        <a:lstStyle/>
        <a:p>
          <a:endParaRPr lang="en-US"/>
        </a:p>
      </dgm:t>
    </dgm:pt>
    <dgm:pt modelId="{CC6B02C6-71E7-407E-B2C5-DDEF4B1B7483}" type="pres">
      <dgm:prSet presAssocID="{144E54FF-5400-47B1-A20C-4A90F8C09FD1}" presName="root" presStyleCnt="0">
        <dgm:presLayoutVars>
          <dgm:dir/>
          <dgm:resizeHandles val="exact"/>
        </dgm:presLayoutVars>
      </dgm:prSet>
      <dgm:spPr/>
    </dgm:pt>
    <dgm:pt modelId="{E4E86771-6305-4D20-8459-33DE9E771508}" type="pres">
      <dgm:prSet presAssocID="{144E54FF-5400-47B1-A20C-4A90F8C09FD1}" presName="container" presStyleCnt="0">
        <dgm:presLayoutVars>
          <dgm:dir/>
          <dgm:resizeHandles val="exact"/>
        </dgm:presLayoutVars>
      </dgm:prSet>
      <dgm:spPr/>
    </dgm:pt>
    <dgm:pt modelId="{04FE0557-9FCF-413E-B2BE-451C55E1B8B1}" type="pres">
      <dgm:prSet presAssocID="{EDC831C2-1433-4FE2-AB2B-C69FFB88338C}" presName="compNode" presStyleCnt="0"/>
      <dgm:spPr/>
    </dgm:pt>
    <dgm:pt modelId="{593C22A1-697A-4BD6-A84F-BEBE09C5C1CC}" type="pres">
      <dgm:prSet presAssocID="{EDC831C2-1433-4FE2-AB2B-C69FFB88338C}" presName="iconBgRect" presStyleLbl="bgShp" presStyleIdx="0" presStyleCnt="6"/>
      <dgm:spPr/>
    </dgm:pt>
    <dgm:pt modelId="{F39F3B69-37E6-4DE4-8D10-F609FB4DBD83}" type="pres">
      <dgm:prSet presAssocID="{EDC831C2-1433-4FE2-AB2B-C69FFB88338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9A89EEF1-0636-4A3A-9D93-62065241803B}" type="pres">
      <dgm:prSet presAssocID="{EDC831C2-1433-4FE2-AB2B-C69FFB88338C}" presName="spaceRect" presStyleCnt="0"/>
      <dgm:spPr/>
    </dgm:pt>
    <dgm:pt modelId="{8CE0A690-5AC6-41AE-8DA1-687472279F9E}" type="pres">
      <dgm:prSet presAssocID="{EDC831C2-1433-4FE2-AB2B-C69FFB88338C}" presName="textRect" presStyleLbl="revTx" presStyleIdx="0" presStyleCnt="6">
        <dgm:presLayoutVars>
          <dgm:chMax val="1"/>
          <dgm:chPref val="1"/>
        </dgm:presLayoutVars>
      </dgm:prSet>
      <dgm:spPr/>
    </dgm:pt>
    <dgm:pt modelId="{E454036C-501B-4A7C-B506-301A78CBFE36}" type="pres">
      <dgm:prSet presAssocID="{1A952692-962B-4325-B3D5-C15323D4F314}" presName="sibTrans" presStyleLbl="sibTrans2D1" presStyleIdx="0" presStyleCnt="0"/>
      <dgm:spPr/>
    </dgm:pt>
    <dgm:pt modelId="{0259CE20-7F9B-488C-B072-144E151BE3ED}" type="pres">
      <dgm:prSet presAssocID="{8AE59491-C504-4E36-A1BB-A689760042C7}" presName="compNode" presStyleCnt="0"/>
      <dgm:spPr/>
    </dgm:pt>
    <dgm:pt modelId="{089D9A5E-4462-4106-997B-1B0D2A8641D4}" type="pres">
      <dgm:prSet presAssocID="{8AE59491-C504-4E36-A1BB-A689760042C7}" presName="iconBgRect" presStyleLbl="bgShp" presStyleIdx="1" presStyleCnt="6"/>
      <dgm:spPr/>
    </dgm:pt>
    <dgm:pt modelId="{B762C199-739A-4E7C-BD88-10A47536D817}" type="pres">
      <dgm:prSet presAssocID="{8AE59491-C504-4E36-A1BB-A689760042C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7663EF5-4316-4BBB-806A-82CC7B592C56}" type="pres">
      <dgm:prSet presAssocID="{8AE59491-C504-4E36-A1BB-A689760042C7}" presName="spaceRect" presStyleCnt="0"/>
      <dgm:spPr/>
    </dgm:pt>
    <dgm:pt modelId="{0C164F9A-81C4-49C2-AB92-FF8F7E6A0C5C}" type="pres">
      <dgm:prSet presAssocID="{8AE59491-C504-4E36-A1BB-A689760042C7}" presName="textRect" presStyleLbl="revTx" presStyleIdx="1" presStyleCnt="6">
        <dgm:presLayoutVars>
          <dgm:chMax val="1"/>
          <dgm:chPref val="1"/>
        </dgm:presLayoutVars>
      </dgm:prSet>
      <dgm:spPr/>
    </dgm:pt>
    <dgm:pt modelId="{27AA9248-7612-44F0-9B4C-F1F308B54677}" type="pres">
      <dgm:prSet presAssocID="{4D34C47E-E925-4C8C-9BCF-29005092783B}" presName="sibTrans" presStyleLbl="sibTrans2D1" presStyleIdx="0" presStyleCnt="0"/>
      <dgm:spPr/>
    </dgm:pt>
    <dgm:pt modelId="{6FBA0C35-9103-44BB-A1BF-01144F3CDB12}" type="pres">
      <dgm:prSet presAssocID="{22CF07B1-29A0-4EBE-8E60-174CF19C2663}" presName="compNode" presStyleCnt="0"/>
      <dgm:spPr/>
    </dgm:pt>
    <dgm:pt modelId="{8478AE7A-ED4E-4FAE-B3E6-D5CB33D00660}" type="pres">
      <dgm:prSet presAssocID="{22CF07B1-29A0-4EBE-8E60-174CF19C2663}" presName="iconBgRect" presStyleLbl="bgShp" presStyleIdx="2" presStyleCnt="6"/>
      <dgm:spPr/>
    </dgm:pt>
    <dgm:pt modelId="{7D71D76F-E72D-4730-952B-AA9381893365}" type="pres">
      <dgm:prSet presAssocID="{22CF07B1-29A0-4EBE-8E60-174CF19C2663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CE515091-4205-4ADC-85DE-621577C6FF88}" type="pres">
      <dgm:prSet presAssocID="{22CF07B1-29A0-4EBE-8E60-174CF19C2663}" presName="spaceRect" presStyleCnt="0"/>
      <dgm:spPr/>
    </dgm:pt>
    <dgm:pt modelId="{83F66D7C-460A-4CBC-AE26-2D3FD8DDE802}" type="pres">
      <dgm:prSet presAssocID="{22CF07B1-29A0-4EBE-8E60-174CF19C2663}" presName="textRect" presStyleLbl="revTx" presStyleIdx="2" presStyleCnt="6">
        <dgm:presLayoutVars>
          <dgm:chMax val="1"/>
          <dgm:chPref val="1"/>
        </dgm:presLayoutVars>
      </dgm:prSet>
      <dgm:spPr/>
    </dgm:pt>
    <dgm:pt modelId="{DC10073A-5053-432D-81F5-ABF80FC6A1EF}" type="pres">
      <dgm:prSet presAssocID="{A32D0087-5116-4B62-9D8E-AD1F5E9C56F5}" presName="sibTrans" presStyleLbl="sibTrans2D1" presStyleIdx="0" presStyleCnt="0"/>
      <dgm:spPr/>
    </dgm:pt>
    <dgm:pt modelId="{5FDE82CF-FAEB-45B4-88D7-72B77A85BE6C}" type="pres">
      <dgm:prSet presAssocID="{90569353-70CB-4D90-8D4B-7921A1E5944D}" presName="compNode" presStyleCnt="0"/>
      <dgm:spPr/>
    </dgm:pt>
    <dgm:pt modelId="{A0BA02D2-43EF-4BCA-9C93-06A7DE9E8D4C}" type="pres">
      <dgm:prSet presAssocID="{90569353-70CB-4D90-8D4B-7921A1E5944D}" presName="iconBgRect" presStyleLbl="bgShp" presStyleIdx="3" presStyleCnt="6"/>
      <dgm:spPr/>
    </dgm:pt>
    <dgm:pt modelId="{5D93D518-A5F7-4900-8F2F-E6E408035885}" type="pres">
      <dgm:prSet presAssocID="{90569353-70CB-4D90-8D4B-7921A1E5944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FB2B5999-8226-48E6-85BE-B13BB55F534E}" type="pres">
      <dgm:prSet presAssocID="{90569353-70CB-4D90-8D4B-7921A1E5944D}" presName="spaceRect" presStyleCnt="0"/>
      <dgm:spPr/>
    </dgm:pt>
    <dgm:pt modelId="{767D9E93-29DD-40B7-950A-689F262754BC}" type="pres">
      <dgm:prSet presAssocID="{90569353-70CB-4D90-8D4B-7921A1E5944D}" presName="textRect" presStyleLbl="revTx" presStyleIdx="3" presStyleCnt="6">
        <dgm:presLayoutVars>
          <dgm:chMax val="1"/>
          <dgm:chPref val="1"/>
        </dgm:presLayoutVars>
      </dgm:prSet>
      <dgm:spPr/>
    </dgm:pt>
    <dgm:pt modelId="{6ADD9B50-949F-45E4-AF7D-3128CABC0C99}" type="pres">
      <dgm:prSet presAssocID="{0AA04B44-8FA1-4B79-B2BF-A20511C09ED8}" presName="sibTrans" presStyleLbl="sibTrans2D1" presStyleIdx="0" presStyleCnt="0"/>
      <dgm:spPr/>
    </dgm:pt>
    <dgm:pt modelId="{69B6E687-DBEA-4F28-BD6B-CCE46C373563}" type="pres">
      <dgm:prSet presAssocID="{2A5CCE3D-D579-4B56-93C2-91BBFC865B34}" presName="compNode" presStyleCnt="0"/>
      <dgm:spPr/>
    </dgm:pt>
    <dgm:pt modelId="{05B70456-0338-4240-A461-5DC9C218E35C}" type="pres">
      <dgm:prSet presAssocID="{2A5CCE3D-D579-4B56-93C2-91BBFC865B34}" presName="iconBgRect" presStyleLbl="bgShp" presStyleIdx="4" presStyleCnt="6"/>
      <dgm:spPr/>
    </dgm:pt>
    <dgm:pt modelId="{29E99B69-871D-460C-B406-A557C9663E21}" type="pres">
      <dgm:prSet presAssocID="{2A5CCE3D-D579-4B56-93C2-91BBFC865B3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6E4A37B-133C-471C-8924-B130F0E103BB}" type="pres">
      <dgm:prSet presAssocID="{2A5CCE3D-D579-4B56-93C2-91BBFC865B34}" presName="spaceRect" presStyleCnt="0"/>
      <dgm:spPr/>
    </dgm:pt>
    <dgm:pt modelId="{F76A6A62-B18F-49A7-B3DE-881B10C21B8E}" type="pres">
      <dgm:prSet presAssocID="{2A5CCE3D-D579-4B56-93C2-91BBFC865B34}" presName="textRect" presStyleLbl="revTx" presStyleIdx="4" presStyleCnt="6">
        <dgm:presLayoutVars>
          <dgm:chMax val="1"/>
          <dgm:chPref val="1"/>
        </dgm:presLayoutVars>
      </dgm:prSet>
      <dgm:spPr/>
    </dgm:pt>
    <dgm:pt modelId="{5FB096AD-0A01-4B58-A8FB-178A26EFD6D9}" type="pres">
      <dgm:prSet presAssocID="{16A882DF-8660-41E6-B959-9B05EE7A1D86}" presName="sibTrans" presStyleLbl="sibTrans2D1" presStyleIdx="0" presStyleCnt="0"/>
      <dgm:spPr/>
    </dgm:pt>
    <dgm:pt modelId="{25F3D31C-2E07-4E73-A511-38657AEBF32A}" type="pres">
      <dgm:prSet presAssocID="{E5F492BC-4641-4C09-8E01-A7B06D50DC93}" presName="compNode" presStyleCnt="0"/>
      <dgm:spPr/>
    </dgm:pt>
    <dgm:pt modelId="{49753705-8414-43DF-AFAC-AB578ACB778A}" type="pres">
      <dgm:prSet presAssocID="{E5F492BC-4641-4C09-8E01-A7B06D50DC93}" presName="iconBgRect" presStyleLbl="bgShp" presStyleIdx="5" presStyleCnt="6"/>
      <dgm:spPr/>
    </dgm:pt>
    <dgm:pt modelId="{7DC3ED91-9F01-4B6A-893A-7C1B28261ED7}" type="pres">
      <dgm:prSet presAssocID="{E5F492BC-4641-4C09-8E01-A7B06D50DC9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CF23314D-982B-4A41-BFF3-B03E3846F382}" type="pres">
      <dgm:prSet presAssocID="{E5F492BC-4641-4C09-8E01-A7B06D50DC93}" presName="spaceRect" presStyleCnt="0"/>
      <dgm:spPr/>
    </dgm:pt>
    <dgm:pt modelId="{FD49A4D6-484B-4F18-9054-A3576670F68B}" type="pres">
      <dgm:prSet presAssocID="{E5F492BC-4641-4C09-8E01-A7B06D50DC93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8251313-0551-4155-BDA8-059F5F1BED06}" srcId="{144E54FF-5400-47B1-A20C-4A90F8C09FD1}" destId="{EDC831C2-1433-4FE2-AB2B-C69FFB88338C}" srcOrd="0" destOrd="0" parTransId="{80EC25EE-2E6F-43EE-A14E-A70C1068A903}" sibTransId="{1A952692-962B-4325-B3D5-C15323D4F314}"/>
    <dgm:cxn modelId="{1E87161B-A7B3-4976-80C7-82F5A4B308D9}" type="presOf" srcId="{4D34C47E-E925-4C8C-9BCF-29005092783B}" destId="{27AA9248-7612-44F0-9B4C-F1F308B54677}" srcOrd="0" destOrd="0" presId="urn:microsoft.com/office/officeart/2018/2/layout/IconCircleList"/>
    <dgm:cxn modelId="{FC3EB636-1ABF-4D68-A6FA-20748DFB3D5E}" type="presOf" srcId="{EDC831C2-1433-4FE2-AB2B-C69FFB88338C}" destId="{8CE0A690-5AC6-41AE-8DA1-687472279F9E}" srcOrd="0" destOrd="0" presId="urn:microsoft.com/office/officeart/2018/2/layout/IconCircleList"/>
    <dgm:cxn modelId="{71CCF954-6059-44F0-B67A-B9C78AFBE9E2}" type="presOf" srcId="{E5F492BC-4641-4C09-8E01-A7B06D50DC93}" destId="{FD49A4D6-484B-4F18-9054-A3576670F68B}" srcOrd="0" destOrd="0" presId="urn:microsoft.com/office/officeart/2018/2/layout/IconCircleList"/>
    <dgm:cxn modelId="{E895B676-F1F3-4229-92F6-410EB8915403}" type="presOf" srcId="{2A5CCE3D-D579-4B56-93C2-91BBFC865B34}" destId="{F76A6A62-B18F-49A7-B3DE-881B10C21B8E}" srcOrd="0" destOrd="0" presId="urn:microsoft.com/office/officeart/2018/2/layout/IconCircleList"/>
    <dgm:cxn modelId="{8246EE89-0E32-4812-AAF2-264182A6DC74}" type="presOf" srcId="{8AE59491-C504-4E36-A1BB-A689760042C7}" destId="{0C164F9A-81C4-49C2-AB92-FF8F7E6A0C5C}" srcOrd="0" destOrd="0" presId="urn:microsoft.com/office/officeart/2018/2/layout/IconCircleList"/>
    <dgm:cxn modelId="{4863778F-5061-488A-B377-DD665DC54BBD}" srcId="{144E54FF-5400-47B1-A20C-4A90F8C09FD1}" destId="{22CF07B1-29A0-4EBE-8E60-174CF19C2663}" srcOrd="2" destOrd="0" parTransId="{006298D4-2534-47A9-9CAF-596D1AF4B4AB}" sibTransId="{A32D0087-5116-4B62-9D8E-AD1F5E9C56F5}"/>
    <dgm:cxn modelId="{14471D92-4C2D-4FF9-92AA-6FD130922175}" srcId="{144E54FF-5400-47B1-A20C-4A90F8C09FD1}" destId="{90569353-70CB-4D90-8D4B-7921A1E5944D}" srcOrd="3" destOrd="0" parTransId="{4E70A3ED-FAC9-45BC-A503-2BC9891CCE8B}" sibTransId="{0AA04B44-8FA1-4B79-B2BF-A20511C09ED8}"/>
    <dgm:cxn modelId="{908F579B-E99E-45A0-97D0-2F9943B81349}" type="presOf" srcId="{16A882DF-8660-41E6-B959-9B05EE7A1D86}" destId="{5FB096AD-0A01-4B58-A8FB-178A26EFD6D9}" srcOrd="0" destOrd="0" presId="urn:microsoft.com/office/officeart/2018/2/layout/IconCircleList"/>
    <dgm:cxn modelId="{51869CAF-BE3D-4F6C-84C4-7E01F2DD8C88}" type="presOf" srcId="{1A952692-962B-4325-B3D5-C15323D4F314}" destId="{E454036C-501B-4A7C-B506-301A78CBFE36}" srcOrd="0" destOrd="0" presId="urn:microsoft.com/office/officeart/2018/2/layout/IconCircleList"/>
    <dgm:cxn modelId="{E28D33B7-9349-48C3-8FC1-4F62FA6DC540}" type="presOf" srcId="{90569353-70CB-4D90-8D4B-7921A1E5944D}" destId="{767D9E93-29DD-40B7-950A-689F262754BC}" srcOrd="0" destOrd="0" presId="urn:microsoft.com/office/officeart/2018/2/layout/IconCircleList"/>
    <dgm:cxn modelId="{CA8AA3BC-ED3D-4C0F-A04C-26775709F0C9}" type="presOf" srcId="{A32D0087-5116-4B62-9D8E-AD1F5E9C56F5}" destId="{DC10073A-5053-432D-81F5-ABF80FC6A1EF}" srcOrd="0" destOrd="0" presId="urn:microsoft.com/office/officeart/2018/2/layout/IconCircleList"/>
    <dgm:cxn modelId="{6AC0FECF-641E-479F-8128-7C5992891E07}" type="presOf" srcId="{0AA04B44-8FA1-4B79-B2BF-A20511C09ED8}" destId="{6ADD9B50-949F-45E4-AF7D-3128CABC0C99}" srcOrd="0" destOrd="0" presId="urn:microsoft.com/office/officeart/2018/2/layout/IconCircleList"/>
    <dgm:cxn modelId="{E831CCD4-17FD-41DB-B77A-95F6B96F949B}" srcId="{144E54FF-5400-47B1-A20C-4A90F8C09FD1}" destId="{2A5CCE3D-D579-4B56-93C2-91BBFC865B34}" srcOrd="4" destOrd="0" parTransId="{D884681C-57CF-4691-9CB8-B23F3B6ECC1E}" sibTransId="{16A882DF-8660-41E6-B959-9B05EE7A1D86}"/>
    <dgm:cxn modelId="{69FC8ED7-2884-4301-B044-35A7F90DE8D6}" srcId="{144E54FF-5400-47B1-A20C-4A90F8C09FD1}" destId="{8AE59491-C504-4E36-A1BB-A689760042C7}" srcOrd="1" destOrd="0" parTransId="{03C98312-FAE6-4D48-A3CC-0957F42F34BF}" sibTransId="{4D34C47E-E925-4C8C-9BCF-29005092783B}"/>
    <dgm:cxn modelId="{528CEADC-DED2-434F-ADEB-E7C0863419F6}" type="presOf" srcId="{22CF07B1-29A0-4EBE-8E60-174CF19C2663}" destId="{83F66D7C-460A-4CBC-AE26-2D3FD8DDE802}" srcOrd="0" destOrd="0" presId="urn:microsoft.com/office/officeart/2018/2/layout/IconCircleList"/>
    <dgm:cxn modelId="{F3596EF5-046F-46E0-A358-A8B58D1901D7}" type="presOf" srcId="{144E54FF-5400-47B1-A20C-4A90F8C09FD1}" destId="{CC6B02C6-71E7-407E-B2C5-DDEF4B1B7483}" srcOrd="0" destOrd="0" presId="urn:microsoft.com/office/officeart/2018/2/layout/IconCircleList"/>
    <dgm:cxn modelId="{6C719CFC-AB88-4E6E-8263-E39411992B97}" srcId="{144E54FF-5400-47B1-A20C-4A90F8C09FD1}" destId="{E5F492BC-4641-4C09-8E01-A7B06D50DC93}" srcOrd="5" destOrd="0" parTransId="{4D08361B-4DFA-4B0A-9348-CC6736716773}" sibTransId="{62F12D06-259F-43D6-8B71-C8A64B786766}"/>
    <dgm:cxn modelId="{7B612FBD-6655-4FDF-968B-7895AE4B39C1}" type="presParOf" srcId="{CC6B02C6-71E7-407E-B2C5-DDEF4B1B7483}" destId="{E4E86771-6305-4D20-8459-33DE9E771508}" srcOrd="0" destOrd="0" presId="urn:microsoft.com/office/officeart/2018/2/layout/IconCircleList"/>
    <dgm:cxn modelId="{10ADB9AF-67B9-4064-9466-366D8931DF1D}" type="presParOf" srcId="{E4E86771-6305-4D20-8459-33DE9E771508}" destId="{04FE0557-9FCF-413E-B2BE-451C55E1B8B1}" srcOrd="0" destOrd="0" presId="urn:microsoft.com/office/officeart/2018/2/layout/IconCircleList"/>
    <dgm:cxn modelId="{0FC97AE8-D7C3-4905-937F-C62037190412}" type="presParOf" srcId="{04FE0557-9FCF-413E-B2BE-451C55E1B8B1}" destId="{593C22A1-697A-4BD6-A84F-BEBE09C5C1CC}" srcOrd="0" destOrd="0" presId="urn:microsoft.com/office/officeart/2018/2/layout/IconCircleList"/>
    <dgm:cxn modelId="{FF7C4645-938D-419E-89A8-B207255FA9D1}" type="presParOf" srcId="{04FE0557-9FCF-413E-B2BE-451C55E1B8B1}" destId="{F39F3B69-37E6-4DE4-8D10-F609FB4DBD83}" srcOrd="1" destOrd="0" presId="urn:microsoft.com/office/officeart/2018/2/layout/IconCircleList"/>
    <dgm:cxn modelId="{FFB05418-7989-4CD1-BA5E-8724D87BF6FF}" type="presParOf" srcId="{04FE0557-9FCF-413E-B2BE-451C55E1B8B1}" destId="{9A89EEF1-0636-4A3A-9D93-62065241803B}" srcOrd="2" destOrd="0" presId="urn:microsoft.com/office/officeart/2018/2/layout/IconCircleList"/>
    <dgm:cxn modelId="{6E97A0ED-B29E-4E7F-B6ED-D98EEF38D8AE}" type="presParOf" srcId="{04FE0557-9FCF-413E-B2BE-451C55E1B8B1}" destId="{8CE0A690-5AC6-41AE-8DA1-687472279F9E}" srcOrd="3" destOrd="0" presId="urn:microsoft.com/office/officeart/2018/2/layout/IconCircleList"/>
    <dgm:cxn modelId="{CF9F4CA2-68AD-485E-8990-E6105AAFFC3D}" type="presParOf" srcId="{E4E86771-6305-4D20-8459-33DE9E771508}" destId="{E454036C-501B-4A7C-B506-301A78CBFE36}" srcOrd="1" destOrd="0" presId="urn:microsoft.com/office/officeart/2018/2/layout/IconCircleList"/>
    <dgm:cxn modelId="{6C6ACD98-B407-4544-8E54-125294882A0A}" type="presParOf" srcId="{E4E86771-6305-4D20-8459-33DE9E771508}" destId="{0259CE20-7F9B-488C-B072-144E151BE3ED}" srcOrd="2" destOrd="0" presId="urn:microsoft.com/office/officeart/2018/2/layout/IconCircleList"/>
    <dgm:cxn modelId="{21FF02E4-A35D-48D2-91CB-4FB57557ED50}" type="presParOf" srcId="{0259CE20-7F9B-488C-B072-144E151BE3ED}" destId="{089D9A5E-4462-4106-997B-1B0D2A8641D4}" srcOrd="0" destOrd="0" presId="urn:microsoft.com/office/officeart/2018/2/layout/IconCircleList"/>
    <dgm:cxn modelId="{1BE1487B-3D89-431A-83A1-4421DEABB58A}" type="presParOf" srcId="{0259CE20-7F9B-488C-B072-144E151BE3ED}" destId="{B762C199-739A-4E7C-BD88-10A47536D817}" srcOrd="1" destOrd="0" presId="urn:microsoft.com/office/officeart/2018/2/layout/IconCircleList"/>
    <dgm:cxn modelId="{B1AEC58C-BD01-40F5-89CD-3A3E283E01C0}" type="presParOf" srcId="{0259CE20-7F9B-488C-B072-144E151BE3ED}" destId="{17663EF5-4316-4BBB-806A-82CC7B592C56}" srcOrd="2" destOrd="0" presId="urn:microsoft.com/office/officeart/2018/2/layout/IconCircleList"/>
    <dgm:cxn modelId="{E4EBCBF0-8FAD-43E4-AD59-543531183284}" type="presParOf" srcId="{0259CE20-7F9B-488C-B072-144E151BE3ED}" destId="{0C164F9A-81C4-49C2-AB92-FF8F7E6A0C5C}" srcOrd="3" destOrd="0" presId="urn:microsoft.com/office/officeart/2018/2/layout/IconCircleList"/>
    <dgm:cxn modelId="{8440A185-A2BE-4A04-AC4A-AC1028A66B20}" type="presParOf" srcId="{E4E86771-6305-4D20-8459-33DE9E771508}" destId="{27AA9248-7612-44F0-9B4C-F1F308B54677}" srcOrd="3" destOrd="0" presId="urn:microsoft.com/office/officeart/2018/2/layout/IconCircleList"/>
    <dgm:cxn modelId="{D92110EF-2F92-4280-837E-9ED0B4FD8E75}" type="presParOf" srcId="{E4E86771-6305-4D20-8459-33DE9E771508}" destId="{6FBA0C35-9103-44BB-A1BF-01144F3CDB12}" srcOrd="4" destOrd="0" presId="urn:microsoft.com/office/officeart/2018/2/layout/IconCircleList"/>
    <dgm:cxn modelId="{C0EA1558-3BB1-475A-8831-E931D8E08BA2}" type="presParOf" srcId="{6FBA0C35-9103-44BB-A1BF-01144F3CDB12}" destId="{8478AE7A-ED4E-4FAE-B3E6-D5CB33D00660}" srcOrd="0" destOrd="0" presId="urn:microsoft.com/office/officeart/2018/2/layout/IconCircleList"/>
    <dgm:cxn modelId="{32A36ADC-9FAF-4FB6-8D31-B17EEB370C87}" type="presParOf" srcId="{6FBA0C35-9103-44BB-A1BF-01144F3CDB12}" destId="{7D71D76F-E72D-4730-952B-AA9381893365}" srcOrd="1" destOrd="0" presId="urn:microsoft.com/office/officeart/2018/2/layout/IconCircleList"/>
    <dgm:cxn modelId="{80A70DA5-A12F-451D-9917-100DE9822A42}" type="presParOf" srcId="{6FBA0C35-9103-44BB-A1BF-01144F3CDB12}" destId="{CE515091-4205-4ADC-85DE-621577C6FF88}" srcOrd="2" destOrd="0" presId="urn:microsoft.com/office/officeart/2018/2/layout/IconCircleList"/>
    <dgm:cxn modelId="{BB8188CE-83A5-46F7-BFED-92A2A7A4125A}" type="presParOf" srcId="{6FBA0C35-9103-44BB-A1BF-01144F3CDB12}" destId="{83F66D7C-460A-4CBC-AE26-2D3FD8DDE802}" srcOrd="3" destOrd="0" presId="urn:microsoft.com/office/officeart/2018/2/layout/IconCircleList"/>
    <dgm:cxn modelId="{CF9306E1-015E-4FB4-9240-9CF7FDF3B51C}" type="presParOf" srcId="{E4E86771-6305-4D20-8459-33DE9E771508}" destId="{DC10073A-5053-432D-81F5-ABF80FC6A1EF}" srcOrd="5" destOrd="0" presId="urn:microsoft.com/office/officeart/2018/2/layout/IconCircleList"/>
    <dgm:cxn modelId="{8E1A3E9F-FF40-4FFF-8A43-7AC1FF3F1A9D}" type="presParOf" srcId="{E4E86771-6305-4D20-8459-33DE9E771508}" destId="{5FDE82CF-FAEB-45B4-88D7-72B77A85BE6C}" srcOrd="6" destOrd="0" presId="urn:microsoft.com/office/officeart/2018/2/layout/IconCircleList"/>
    <dgm:cxn modelId="{9458DEE6-01E7-4D58-AE25-FF6A96ECA7BD}" type="presParOf" srcId="{5FDE82CF-FAEB-45B4-88D7-72B77A85BE6C}" destId="{A0BA02D2-43EF-4BCA-9C93-06A7DE9E8D4C}" srcOrd="0" destOrd="0" presId="urn:microsoft.com/office/officeart/2018/2/layout/IconCircleList"/>
    <dgm:cxn modelId="{991818C5-92E8-4509-A584-3A615C42F7F4}" type="presParOf" srcId="{5FDE82CF-FAEB-45B4-88D7-72B77A85BE6C}" destId="{5D93D518-A5F7-4900-8F2F-E6E408035885}" srcOrd="1" destOrd="0" presId="urn:microsoft.com/office/officeart/2018/2/layout/IconCircleList"/>
    <dgm:cxn modelId="{EE1597AB-507D-48E7-8E5B-9288F584C4D6}" type="presParOf" srcId="{5FDE82CF-FAEB-45B4-88D7-72B77A85BE6C}" destId="{FB2B5999-8226-48E6-85BE-B13BB55F534E}" srcOrd="2" destOrd="0" presId="urn:microsoft.com/office/officeart/2018/2/layout/IconCircleList"/>
    <dgm:cxn modelId="{17235B15-3738-4EEA-92AB-596792FDD383}" type="presParOf" srcId="{5FDE82CF-FAEB-45B4-88D7-72B77A85BE6C}" destId="{767D9E93-29DD-40B7-950A-689F262754BC}" srcOrd="3" destOrd="0" presId="urn:microsoft.com/office/officeart/2018/2/layout/IconCircleList"/>
    <dgm:cxn modelId="{2976A805-954A-4F34-BCB1-6CD7F229D451}" type="presParOf" srcId="{E4E86771-6305-4D20-8459-33DE9E771508}" destId="{6ADD9B50-949F-45E4-AF7D-3128CABC0C99}" srcOrd="7" destOrd="0" presId="urn:microsoft.com/office/officeart/2018/2/layout/IconCircleList"/>
    <dgm:cxn modelId="{B557DDCC-B826-4EBC-96E7-ECB8542B1C1C}" type="presParOf" srcId="{E4E86771-6305-4D20-8459-33DE9E771508}" destId="{69B6E687-DBEA-4F28-BD6B-CCE46C373563}" srcOrd="8" destOrd="0" presId="urn:microsoft.com/office/officeart/2018/2/layout/IconCircleList"/>
    <dgm:cxn modelId="{B0F8D60E-624B-4B04-8650-C2366C4E2D73}" type="presParOf" srcId="{69B6E687-DBEA-4F28-BD6B-CCE46C373563}" destId="{05B70456-0338-4240-A461-5DC9C218E35C}" srcOrd="0" destOrd="0" presId="urn:microsoft.com/office/officeart/2018/2/layout/IconCircleList"/>
    <dgm:cxn modelId="{92827124-46C3-49C9-BAF2-5DA40B9136AA}" type="presParOf" srcId="{69B6E687-DBEA-4F28-BD6B-CCE46C373563}" destId="{29E99B69-871D-460C-B406-A557C9663E21}" srcOrd="1" destOrd="0" presId="urn:microsoft.com/office/officeart/2018/2/layout/IconCircleList"/>
    <dgm:cxn modelId="{53409DAD-B0E8-45D6-8CAD-148F8EF9B0A0}" type="presParOf" srcId="{69B6E687-DBEA-4F28-BD6B-CCE46C373563}" destId="{86E4A37B-133C-471C-8924-B130F0E103BB}" srcOrd="2" destOrd="0" presId="urn:microsoft.com/office/officeart/2018/2/layout/IconCircleList"/>
    <dgm:cxn modelId="{BBB8A1B8-3D6C-419D-90F8-DA046DBEEA69}" type="presParOf" srcId="{69B6E687-DBEA-4F28-BD6B-CCE46C373563}" destId="{F76A6A62-B18F-49A7-B3DE-881B10C21B8E}" srcOrd="3" destOrd="0" presId="urn:microsoft.com/office/officeart/2018/2/layout/IconCircleList"/>
    <dgm:cxn modelId="{5AFB56EB-0013-444F-BFA8-63584E83DA7E}" type="presParOf" srcId="{E4E86771-6305-4D20-8459-33DE9E771508}" destId="{5FB096AD-0A01-4B58-A8FB-178A26EFD6D9}" srcOrd="9" destOrd="0" presId="urn:microsoft.com/office/officeart/2018/2/layout/IconCircleList"/>
    <dgm:cxn modelId="{D1F829D9-29CE-435A-9421-F451D272C859}" type="presParOf" srcId="{E4E86771-6305-4D20-8459-33DE9E771508}" destId="{25F3D31C-2E07-4E73-A511-38657AEBF32A}" srcOrd="10" destOrd="0" presId="urn:microsoft.com/office/officeart/2018/2/layout/IconCircleList"/>
    <dgm:cxn modelId="{806F0CC5-4883-4647-ACA4-7A652C3301C4}" type="presParOf" srcId="{25F3D31C-2E07-4E73-A511-38657AEBF32A}" destId="{49753705-8414-43DF-AFAC-AB578ACB778A}" srcOrd="0" destOrd="0" presId="urn:microsoft.com/office/officeart/2018/2/layout/IconCircleList"/>
    <dgm:cxn modelId="{0FB6BB39-ADCF-47A6-816D-52965B8D6C8E}" type="presParOf" srcId="{25F3D31C-2E07-4E73-A511-38657AEBF32A}" destId="{7DC3ED91-9F01-4B6A-893A-7C1B28261ED7}" srcOrd="1" destOrd="0" presId="urn:microsoft.com/office/officeart/2018/2/layout/IconCircleList"/>
    <dgm:cxn modelId="{A452BDAA-D3A5-4C38-B9B5-C262EE01F17F}" type="presParOf" srcId="{25F3D31C-2E07-4E73-A511-38657AEBF32A}" destId="{CF23314D-982B-4A41-BFF3-B03E3846F382}" srcOrd="2" destOrd="0" presId="urn:microsoft.com/office/officeart/2018/2/layout/IconCircleList"/>
    <dgm:cxn modelId="{F4512876-0DC1-4DEC-9A59-C336AA78F146}" type="presParOf" srcId="{25F3D31C-2E07-4E73-A511-38657AEBF32A}" destId="{FD49A4D6-484B-4F18-9054-A3576670F68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C22A1-697A-4BD6-A84F-BEBE09C5C1CC}">
      <dsp:nvSpPr>
        <dsp:cNvPr id="0" name=""/>
        <dsp:cNvSpPr/>
      </dsp:nvSpPr>
      <dsp:spPr>
        <a:xfrm>
          <a:off x="366183" y="666223"/>
          <a:ext cx="813733" cy="8137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9F3B69-37E6-4DE4-8D10-F609FB4DBD83}">
      <dsp:nvSpPr>
        <dsp:cNvPr id="0" name=""/>
        <dsp:cNvSpPr/>
      </dsp:nvSpPr>
      <dsp:spPr>
        <a:xfrm>
          <a:off x="537067" y="837107"/>
          <a:ext cx="471965" cy="4719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0A690-5AC6-41AE-8DA1-687472279F9E}">
      <dsp:nvSpPr>
        <dsp:cNvPr id="0" name=""/>
        <dsp:cNvSpPr/>
      </dsp:nvSpPr>
      <dsp:spPr>
        <a:xfrm>
          <a:off x="1354287" y="66622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Healthcare</a:t>
          </a:r>
          <a:endParaRPr lang="en-US" sz="2400" kern="1200"/>
        </a:p>
      </dsp:txBody>
      <dsp:txXfrm>
        <a:off x="1354287" y="666223"/>
        <a:ext cx="1918085" cy="813733"/>
      </dsp:txXfrm>
    </dsp:sp>
    <dsp:sp modelId="{089D9A5E-4462-4106-997B-1B0D2A8641D4}">
      <dsp:nvSpPr>
        <dsp:cNvPr id="0" name=""/>
        <dsp:cNvSpPr/>
      </dsp:nvSpPr>
      <dsp:spPr>
        <a:xfrm>
          <a:off x="3606585" y="666223"/>
          <a:ext cx="813733" cy="8137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62C199-739A-4E7C-BD88-10A47536D817}">
      <dsp:nvSpPr>
        <dsp:cNvPr id="0" name=""/>
        <dsp:cNvSpPr/>
      </dsp:nvSpPr>
      <dsp:spPr>
        <a:xfrm>
          <a:off x="3777468" y="837107"/>
          <a:ext cx="471965" cy="4719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64F9A-81C4-49C2-AB92-FF8F7E6A0C5C}">
      <dsp:nvSpPr>
        <dsp:cNvPr id="0" name=""/>
        <dsp:cNvSpPr/>
      </dsp:nvSpPr>
      <dsp:spPr>
        <a:xfrm>
          <a:off x="4594689" y="66622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Manufacturing</a:t>
          </a:r>
          <a:endParaRPr lang="en-US" sz="2400" kern="1200"/>
        </a:p>
      </dsp:txBody>
      <dsp:txXfrm>
        <a:off x="4594689" y="666223"/>
        <a:ext cx="1918085" cy="813733"/>
      </dsp:txXfrm>
    </dsp:sp>
    <dsp:sp modelId="{8478AE7A-ED4E-4FAE-B3E6-D5CB33D00660}">
      <dsp:nvSpPr>
        <dsp:cNvPr id="0" name=""/>
        <dsp:cNvSpPr/>
      </dsp:nvSpPr>
      <dsp:spPr>
        <a:xfrm>
          <a:off x="6846986" y="666223"/>
          <a:ext cx="813733" cy="8137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1D76F-E72D-4730-952B-AA9381893365}">
      <dsp:nvSpPr>
        <dsp:cNvPr id="0" name=""/>
        <dsp:cNvSpPr/>
      </dsp:nvSpPr>
      <dsp:spPr>
        <a:xfrm>
          <a:off x="7017870" y="837107"/>
          <a:ext cx="471965" cy="4719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66D7C-460A-4CBC-AE26-2D3FD8DDE802}">
      <dsp:nvSpPr>
        <dsp:cNvPr id="0" name=""/>
        <dsp:cNvSpPr/>
      </dsp:nvSpPr>
      <dsp:spPr>
        <a:xfrm>
          <a:off x="7835091" y="66622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Agriculture</a:t>
          </a:r>
          <a:endParaRPr lang="en-US" sz="2400" kern="1200"/>
        </a:p>
      </dsp:txBody>
      <dsp:txXfrm>
        <a:off x="7835091" y="666223"/>
        <a:ext cx="1918085" cy="813733"/>
      </dsp:txXfrm>
    </dsp:sp>
    <dsp:sp modelId="{A0BA02D2-43EF-4BCA-9C93-06A7DE9E8D4C}">
      <dsp:nvSpPr>
        <dsp:cNvPr id="0" name=""/>
        <dsp:cNvSpPr/>
      </dsp:nvSpPr>
      <dsp:spPr>
        <a:xfrm>
          <a:off x="366183" y="2086203"/>
          <a:ext cx="813733" cy="8137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3D518-A5F7-4900-8F2F-E6E408035885}">
      <dsp:nvSpPr>
        <dsp:cNvPr id="0" name=""/>
        <dsp:cNvSpPr/>
      </dsp:nvSpPr>
      <dsp:spPr>
        <a:xfrm>
          <a:off x="537067" y="2257087"/>
          <a:ext cx="471965" cy="4719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D9E93-29DD-40B7-950A-689F262754BC}">
      <dsp:nvSpPr>
        <dsp:cNvPr id="0" name=""/>
        <dsp:cNvSpPr/>
      </dsp:nvSpPr>
      <dsp:spPr>
        <a:xfrm>
          <a:off x="1354287" y="208620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Smart cities</a:t>
          </a:r>
          <a:endParaRPr lang="en-US" sz="2400" kern="1200"/>
        </a:p>
      </dsp:txBody>
      <dsp:txXfrm>
        <a:off x="1354287" y="2086203"/>
        <a:ext cx="1918085" cy="813733"/>
      </dsp:txXfrm>
    </dsp:sp>
    <dsp:sp modelId="{05B70456-0338-4240-A461-5DC9C218E35C}">
      <dsp:nvSpPr>
        <dsp:cNvPr id="0" name=""/>
        <dsp:cNvSpPr/>
      </dsp:nvSpPr>
      <dsp:spPr>
        <a:xfrm>
          <a:off x="3606585" y="2086203"/>
          <a:ext cx="813733" cy="8137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99B69-871D-460C-B406-A557C9663E21}">
      <dsp:nvSpPr>
        <dsp:cNvPr id="0" name=""/>
        <dsp:cNvSpPr/>
      </dsp:nvSpPr>
      <dsp:spPr>
        <a:xfrm>
          <a:off x="3777468" y="2257087"/>
          <a:ext cx="471965" cy="47196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A6A62-B18F-49A7-B3DE-881B10C21B8E}">
      <dsp:nvSpPr>
        <dsp:cNvPr id="0" name=""/>
        <dsp:cNvSpPr/>
      </dsp:nvSpPr>
      <dsp:spPr>
        <a:xfrm>
          <a:off x="4594689" y="208620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E-commerce</a:t>
          </a:r>
          <a:endParaRPr lang="en-US" sz="2400" kern="1200"/>
        </a:p>
      </dsp:txBody>
      <dsp:txXfrm>
        <a:off x="4594689" y="2086203"/>
        <a:ext cx="1918085" cy="813733"/>
      </dsp:txXfrm>
    </dsp:sp>
    <dsp:sp modelId="{49753705-8414-43DF-AFAC-AB578ACB778A}">
      <dsp:nvSpPr>
        <dsp:cNvPr id="0" name=""/>
        <dsp:cNvSpPr/>
      </dsp:nvSpPr>
      <dsp:spPr>
        <a:xfrm>
          <a:off x="6846986" y="2086203"/>
          <a:ext cx="813733" cy="8137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C3ED91-9F01-4B6A-893A-7C1B28261ED7}">
      <dsp:nvSpPr>
        <dsp:cNvPr id="0" name=""/>
        <dsp:cNvSpPr/>
      </dsp:nvSpPr>
      <dsp:spPr>
        <a:xfrm>
          <a:off x="7017870" y="2257087"/>
          <a:ext cx="471965" cy="47196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9A4D6-484B-4F18-9054-A3576670F68B}">
      <dsp:nvSpPr>
        <dsp:cNvPr id="0" name=""/>
        <dsp:cNvSpPr/>
      </dsp:nvSpPr>
      <dsp:spPr>
        <a:xfrm>
          <a:off x="7835091" y="2086203"/>
          <a:ext cx="1918085" cy="813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AR/VR</a:t>
          </a:r>
          <a:endParaRPr lang="en-US" sz="2400" kern="1200"/>
        </a:p>
      </dsp:txBody>
      <dsp:txXfrm>
        <a:off x="7835091" y="2086203"/>
        <a:ext cx="1918085" cy="813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099FE-BD50-44B8-AFFD-73D435E1F60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9654C-E0E0-4709-B41A-97D0A8A2C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6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7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33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6B139-107E-409B-2ED4-D4A7DD4C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1A52A-93FE-785E-2FA6-2FAEDC350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4E7-9A9A-4F42-8931-10DE7C905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CFF7A-F30C-A6D9-3895-30612B80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90A2-3B62-6325-470A-B9B73EA9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648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69DA-E42A-FE27-AA41-731BF205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59706-A550-C6E9-2720-CCB282CEC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20CA7-9C9A-0577-4CCD-3B87820F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383E-53DD-9D18-FC66-F2C5FF94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E639E-9C8E-E271-40E4-1C19C8C0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0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7F23-6EBB-5E3A-30D0-D948972C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A5F3C-F325-379C-B4CA-0108AA6C9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DA449-FEEC-643B-9141-070D4A94D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BE56D-096C-E0A5-180D-02A6773F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5F4F-7E6C-8842-D7E6-3F331FDB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1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DB9F-C686-3FDA-8C23-FE9672E9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D82F-B545-0F57-871B-B0D3E0AE4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FC397-DA15-A6B6-C3B1-040DAD2EB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34DF6-DAD6-0A6C-C15A-E2CE1F6A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2694A-D2A5-D287-CFF3-E6CFA007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75350-79E3-62A1-BA99-4777782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5BEB-3BB7-9510-AC43-7603A6E6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BA45-26C3-EFE3-C70B-12B9C735A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CCCDA-CF94-D76F-FE8D-315A5E9BB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65874-5205-B359-3B7A-BA141F61D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91210-59C7-9C12-7645-7567F1563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59402-73BF-384F-8C22-742ABA88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1C473C-376E-933E-4CDD-63D0596BA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69F79-D83E-A230-AC6B-14EA1EDF5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5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EA40C-46FF-F138-A81F-6594AEDF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D89BE-0076-61C4-2228-F37D0B5A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78F3C-E92F-F7FD-7457-84D9EC10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360B0-9F7A-3F31-5FD8-5227DC5B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33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47AD4A-540A-390C-B2A0-10FF2477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8C24-6E50-16FE-9199-C0884CCC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242A5-58B1-2A09-BAF7-831A0ED9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034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3468-0DFC-1009-E8E1-9C49B5D5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CBE10-5665-6F86-E6B6-A73F1C0EF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28356-C29C-6313-AF1D-ADB1E5A82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CB27-29DF-BD60-24EE-3BCF9D331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F8643-E1BC-6E17-B879-BC99195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9D382-5555-B048-A326-EA355970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8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9A6B-2CF1-39AE-15A7-BA13C15B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C3373-1EC9-E4B7-6811-9F535879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9B7A5-F627-82B4-6EB7-4EC6BAAD4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0924-9A1B-ADC7-8C25-31EA87FC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42CC3-849C-1BB4-E9D5-7B8FB930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189ED-E57A-B354-B83D-48ED9C9F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1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A469-1C75-CF6A-53BC-9C9D35B5B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B319B9-1033-848C-A76C-699B343B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6D228-3DFD-30BA-5759-323799AC0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4A193-9DC3-8403-8915-1ECB15D9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38746-1675-A898-C3BA-D00B16911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4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0EC28-665D-BA5B-52B4-18F905411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62566-2EDA-004B-AFC3-81E755CED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57600-E167-4DD2-97FF-B5DE6FCB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83542-C3EB-2B0B-1AF7-5119932DC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93BAB-A4B8-CE77-B6D9-573117916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4364F-4A4B-7386-A435-22F321D8F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483A6-1F3F-7B65-8E8D-2AB48AF22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C05A4-6C72-63AF-337A-BC58AB896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2/11/2026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88EB7-673A-EA28-C197-EC276A789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AE80-9F80-5AFE-CF88-CA7E60583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9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model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huggingface/diffuser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opencv-python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cv.org/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41B8-39D1-60C9-71F3-BFD49476A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b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Picture 80" descr="Robot operating a machine">
            <a:extLst>
              <a:ext uri="{FF2B5EF4-FFF2-40B4-BE49-F238E27FC236}">
                <a16:creationId xmlns:a16="http://schemas.microsoft.com/office/drawing/2014/main" id="{5C2D2000-767B-17C7-B26E-757B0EACB7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00" r="22979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6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7E53E3-2799-3CD3-68A6-EEA0DA7FF87D}"/>
              </a:ext>
            </a:extLst>
          </p:cNvPr>
          <p:cNvSpPr txBox="1">
            <a:spLocks/>
          </p:cNvSpPr>
          <p:nvPr/>
        </p:nvSpPr>
        <p:spPr>
          <a:xfrm>
            <a:off x="6513788" y="365125"/>
            <a:ext cx="4840010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/>
              <a:t>Computer Vision (CV)</a:t>
            </a:r>
          </a:p>
        </p:txBody>
      </p:sp>
      <p:pic>
        <p:nvPicPr>
          <p:cNvPr id="1030" name="Picture 6" descr="Humans on the Blockchain: Why Crypto Is the Best Defense Against AI ...">
            <a:extLst>
              <a:ext uri="{FF2B5EF4-FFF2-40B4-BE49-F238E27FC236}">
                <a16:creationId xmlns:a16="http://schemas.microsoft.com/office/drawing/2014/main" id="{85776994-46CF-EBC3-8BF3-8DE37096D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8" r="23568" b="-1"/>
          <a:stretch>
            <a:fillRect/>
          </a:stretch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F25A51-8C64-9465-A96D-1D85BE5E785B}"/>
              </a:ext>
            </a:extLst>
          </p:cNvPr>
          <p:cNvSpPr txBox="1">
            <a:spLocks/>
          </p:cNvSpPr>
          <p:nvPr/>
        </p:nvSpPr>
        <p:spPr>
          <a:xfrm>
            <a:off x="6513788" y="2333297"/>
            <a:ext cx="4840010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2000" dirty="0"/>
              <a:t>CV focuses on enabling computers to extract information and identify objects from images and videos, in a manner like human vision.</a:t>
            </a:r>
          </a:p>
        </p:txBody>
      </p:sp>
    </p:spTree>
    <p:extLst>
      <p:ext uri="{BB962C8B-B14F-4D97-AF65-F5344CB8AC3E}">
        <p14:creationId xmlns:p14="http://schemas.microsoft.com/office/powerpoint/2010/main" val="414636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188D3-25CF-9FA6-10A8-6C58999B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683095-33EC-7E3A-C3A2-EC6E78BB6ADD}"/>
              </a:ext>
            </a:extLst>
          </p:cNvPr>
          <p:cNvSpPr txBox="1">
            <a:spLocks/>
          </p:cNvSpPr>
          <p:nvPr/>
        </p:nvSpPr>
        <p:spPr>
          <a:xfrm>
            <a:off x="7380407" y="743447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200" b="1"/>
              <a:t>Computer Vision (CV)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AE9731-BD2C-4DEF-B038-DCD7893B6E37}"/>
              </a:ext>
            </a:extLst>
          </p:cNvPr>
          <p:cNvSpPr txBox="1">
            <a:spLocks/>
          </p:cNvSpPr>
          <p:nvPr/>
        </p:nvSpPr>
        <p:spPr>
          <a:xfrm>
            <a:off x="7380408" y="4629234"/>
            <a:ext cx="3973386" cy="148531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CV is a field of study within artificial intelligence (AI).</a:t>
            </a:r>
          </a:p>
        </p:txBody>
      </p:sp>
      <p:pic>
        <p:nvPicPr>
          <p:cNvPr id="3074" name="Picture 2" descr="Computer Vision in Space Science Technology: Advancements and ...">
            <a:extLst>
              <a:ext uri="{FF2B5EF4-FFF2-40B4-BE49-F238E27FC236}">
                <a16:creationId xmlns:a16="http://schemas.microsoft.com/office/drawing/2014/main" id="{B1015A04-EE72-D054-7F38-EEEB37F6D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4"/>
          <a:stretch>
            <a:fillRect/>
          </a:stretch>
        </p:blipFill>
        <p:spPr bwMode="auto">
          <a:xfrm>
            <a:off x="20" y="10"/>
            <a:ext cx="69928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32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677599-3D64-92C3-3F15-B3DFDDDE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CBCBBC-DD9C-BFD7-CE7A-4B0F31EEBD36}"/>
              </a:ext>
            </a:extLst>
          </p:cNvPr>
          <p:cNvSpPr txBox="1">
            <a:spLocks/>
          </p:cNvSpPr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Computer vision techniques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6980338-362F-01D6-1EF8-D231A546A904}"/>
              </a:ext>
            </a:extLst>
          </p:cNvPr>
          <p:cNvSpPr txBox="1">
            <a:spLocks/>
          </p:cNvSpPr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Processing 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DF06A-F881-8830-C462-B8DBEB0B3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867550"/>
            <a:ext cx="11548872" cy="311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4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A5C67-5C27-EA32-F52C-09B4296F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490BE7C-05D3-112D-CBE9-BE4AA82F1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D2C888A-24D2-E794-92FA-1169336C7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B53E4D2-20F7-C7F5-9D70-6695A902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18F2FB4-0990-1E1A-0C07-DF2B665A8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2D7650-D18E-D5CF-EC94-6B78EBED41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BE1E619-8FD3-720B-29A0-4BD60C5A2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8CA7ED0-7FBB-2890-4FEA-868A7D15F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AF4C1D1-46D8-9F4D-403C-1C8A542F8DA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techniques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099FF3F-35B5-550E-E86B-CA417A23AA80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77468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+ Machine Learning</a:t>
            </a:r>
          </a:p>
        </p:txBody>
      </p:sp>
      <p:pic>
        <p:nvPicPr>
          <p:cNvPr id="10" name="Picture 4" descr="Deep Learning vs. Machine Learning. Let the Fight Begin!">
            <a:extLst>
              <a:ext uri="{FF2B5EF4-FFF2-40B4-BE49-F238E27FC236}">
                <a16:creationId xmlns:a16="http://schemas.microsoft.com/office/drawing/2014/main" id="{63387B80-D071-AB17-226B-7769546BC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4" r="49998" b="51083"/>
          <a:stretch/>
        </p:blipFill>
        <p:spPr bwMode="auto">
          <a:xfrm>
            <a:off x="1682597" y="3429000"/>
            <a:ext cx="4413403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eep Learning vs. Machine Learning. Let the Fight Begin!">
            <a:extLst>
              <a:ext uri="{FF2B5EF4-FFF2-40B4-BE49-F238E27FC236}">
                <a16:creationId xmlns:a16="http://schemas.microsoft.com/office/drawing/2014/main" id="{111B43DA-7F35-6F11-8786-AC8A4A17CA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3" t="19184" r="7326" b="51083"/>
          <a:stretch/>
        </p:blipFill>
        <p:spPr bwMode="auto">
          <a:xfrm>
            <a:off x="8826759" y="3429000"/>
            <a:ext cx="1586204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D3005C-6796-725F-BC67-4879418FFD88}"/>
              </a:ext>
            </a:extLst>
          </p:cNvPr>
          <p:cNvSpPr/>
          <p:nvPr/>
        </p:nvSpPr>
        <p:spPr>
          <a:xfrm>
            <a:off x="6096000" y="3429000"/>
            <a:ext cx="2828544" cy="203911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0B5B9A-586C-EA15-50EA-25401FAEEE42}"/>
              </a:ext>
            </a:extLst>
          </p:cNvPr>
          <p:cNvSpPr/>
          <p:nvPr/>
        </p:nvSpPr>
        <p:spPr>
          <a:xfrm>
            <a:off x="6885432" y="3979040"/>
            <a:ext cx="1021867" cy="1489071"/>
          </a:xfrm>
          <a:prstGeom prst="rect">
            <a:avLst/>
          </a:prstGeom>
          <a:solidFill>
            <a:srgbClr val="F0F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812A7-3484-8738-9B1D-4ED518C0587D}"/>
              </a:ext>
            </a:extLst>
          </p:cNvPr>
          <p:cNvCxnSpPr>
            <a:cxnSpLocks/>
          </p:cNvCxnSpPr>
          <p:nvPr/>
        </p:nvCxnSpPr>
        <p:spPr>
          <a:xfrm>
            <a:off x="6891223" y="4325689"/>
            <a:ext cx="102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F42D95F-18A0-5977-97A1-2F7A82260D93}"/>
              </a:ext>
            </a:extLst>
          </p:cNvPr>
          <p:cNvCxnSpPr>
            <a:cxnSpLocks/>
          </p:cNvCxnSpPr>
          <p:nvPr/>
        </p:nvCxnSpPr>
        <p:spPr>
          <a:xfrm>
            <a:off x="6885127" y="4694497"/>
            <a:ext cx="102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B3AD33-684C-871C-9791-460C9FEBD237}"/>
              </a:ext>
            </a:extLst>
          </p:cNvPr>
          <p:cNvCxnSpPr>
            <a:cxnSpLocks/>
          </p:cNvCxnSpPr>
          <p:nvPr/>
        </p:nvCxnSpPr>
        <p:spPr>
          <a:xfrm>
            <a:off x="6885127" y="5087689"/>
            <a:ext cx="102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88C7388-0D31-27CC-7DCA-0AB688C19C17}"/>
              </a:ext>
            </a:extLst>
          </p:cNvPr>
          <p:cNvSpPr/>
          <p:nvPr/>
        </p:nvSpPr>
        <p:spPr>
          <a:xfrm>
            <a:off x="3803904" y="4416552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E1512EA-DAA7-297D-080C-9D942D7A2AB9}"/>
              </a:ext>
            </a:extLst>
          </p:cNvPr>
          <p:cNvSpPr/>
          <p:nvPr/>
        </p:nvSpPr>
        <p:spPr>
          <a:xfrm>
            <a:off x="6225539" y="4434840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E04775D-4860-0EA4-54CC-9B298CB3239A}"/>
              </a:ext>
            </a:extLst>
          </p:cNvPr>
          <p:cNvSpPr/>
          <p:nvPr/>
        </p:nvSpPr>
        <p:spPr>
          <a:xfrm>
            <a:off x="8317743" y="4416552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AA6525-169F-B1C0-C66E-839BA299E8B9}"/>
              </a:ext>
            </a:extLst>
          </p:cNvPr>
          <p:cNvSpPr txBox="1"/>
          <p:nvPr/>
        </p:nvSpPr>
        <p:spPr>
          <a:xfrm>
            <a:off x="6636268" y="3501752"/>
            <a:ext cx="1586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vector</a:t>
            </a:r>
          </a:p>
        </p:txBody>
      </p:sp>
    </p:spTree>
    <p:extLst>
      <p:ext uri="{BB962C8B-B14F-4D97-AF65-F5344CB8AC3E}">
        <p14:creationId xmlns:p14="http://schemas.microsoft.com/office/powerpoint/2010/main" val="407676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B254D-9E50-6EA9-7A7D-D1E731519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0CD9F7-6858-0868-4390-3CD08C3DA495}"/>
              </a:ext>
            </a:extLst>
          </p:cNvPr>
          <p:cNvSpPr txBox="1">
            <a:spLocks/>
          </p:cNvSpPr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Computer vision techniques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CC818C2-66AB-C5D4-D79E-A44F63CAB3D2}"/>
              </a:ext>
            </a:extLst>
          </p:cNvPr>
          <p:cNvSpPr txBox="1">
            <a:spLocks/>
          </p:cNvSpPr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Deep Learning</a:t>
            </a:r>
          </a:p>
        </p:txBody>
      </p:sp>
      <p:sp>
        <p:nvSpPr>
          <p:cNvPr id="6155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Deep Learning vs. Machine Learning. Let the Fight Begin!">
            <a:extLst>
              <a:ext uri="{FF2B5EF4-FFF2-40B4-BE49-F238E27FC236}">
                <a16:creationId xmlns:a16="http://schemas.microsoft.com/office/drawing/2014/main" id="{26F3A064-DE01-FC31-9849-FEEC979C38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32"/>
          <a:stretch/>
        </p:blipFill>
        <p:spPr bwMode="auto">
          <a:xfrm>
            <a:off x="320040" y="2861206"/>
            <a:ext cx="11548872" cy="3130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97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865B1-B10D-7715-765C-9B68A0FF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6192FA6-0FB4-D0DC-0BE0-204C3CE4E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BB54AF-A696-3290-3E07-DF21AA9BF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BAC02D9-872B-04B2-62DC-45CB3D225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AEA344C-3B36-7E99-12AD-6B3085123B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2FFB490-927E-7154-885B-7E4A2A2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0E63087-07D8-5F8C-5E08-892F7FA3E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DED73EA-0F1C-5D8D-7E18-647C4D29B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6D44A158-AF1E-D273-60E8-F8586D78AE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Leaning VS Deep Learning</a:t>
            </a:r>
          </a:p>
        </p:txBody>
      </p:sp>
      <p:pic>
        <p:nvPicPr>
          <p:cNvPr id="15" name="Picture 4" descr="Deep Learning vs. Machine Learning. Let the Fight Begin!">
            <a:extLst>
              <a:ext uri="{FF2B5EF4-FFF2-40B4-BE49-F238E27FC236}">
                <a16:creationId xmlns:a16="http://schemas.microsoft.com/office/drawing/2014/main" id="{D7A86BED-1373-F767-AA50-DF108CE8BC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84" r="49998" b="51083"/>
          <a:stretch/>
        </p:blipFill>
        <p:spPr bwMode="auto">
          <a:xfrm>
            <a:off x="2971901" y="1892808"/>
            <a:ext cx="4413403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Deep Learning vs. Machine Learning. Let the Fight Begin!">
            <a:extLst>
              <a:ext uri="{FF2B5EF4-FFF2-40B4-BE49-F238E27FC236}">
                <a16:creationId xmlns:a16="http://schemas.microsoft.com/office/drawing/2014/main" id="{5168B8BD-BCAD-FEB9-4940-FFB927592D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3" t="19184" r="7326" b="51083"/>
          <a:stretch/>
        </p:blipFill>
        <p:spPr bwMode="auto">
          <a:xfrm>
            <a:off x="10116063" y="1892808"/>
            <a:ext cx="1586204" cy="203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9038542-DC69-19F1-9921-86F427E3D7D7}"/>
              </a:ext>
            </a:extLst>
          </p:cNvPr>
          <p:cNvSpPr/>
          <p:nvPr/>
        </p:nvSpPr>
        <p:spPr>
          <a:xfrm>
            <a:off x="7385304" y="1892808"/>
            <a:ext cx="2828544" cy="2039112"/>
          </a:xfrm>
          <a:prstGeom prst="rect">
            <a:avLst/>
          </a:prstGeom>
          <a:solidFill>
            <a:srgbClr val="F0F0F0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BEB81B-4003-B4F4-656D-8862FBAAFBAA}"/>
              </a:ext>
            </a:extLst>
          </p:cNvPr>
          <p:cNvSpPr/>
          <p:nvPr/>
        </p:nvSpPr>
        <p:spPr>
          <a:xfrm>
            <a:off x="8174736" y="2442848"/>
            <a:ext cx="1021867" cy="1489071"/>
          </a:xfrm>
          <a:prstGeom prst="rect">
            <a:avLst/>
          </a:prstGeom>
          <a:solidFill>
            <a:srgbClr val="F0F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E372B3-0D2C-3BCB-2A15-C1CAB17EA842}"/>
              </a:ext>
            </a:extLst>
          </p:cNvPr>
          <p:cNvCxnSpPr>
            <a:cxnSpLocks/>
          </p:cNvCxnSpPr>
          <p:nvPr/>
        </p:nvCxnSpPr>
        <p:spPr>
          <a:xfrm>
            <a:off x="8180527" y="2789497"/>
            <a:ext cx="102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5AFA3C-16E1-0B23-2331-98E260228C64}"/>
              </a:ext>
            </a:extLst>
          </p:cNvPr>
          <p:cNvCxnSpPr>
            <a:cxnSpLocks/>
          </p:cNvCxnSpPr>
          <p:nvPr/>
        </p:nvCxnSpPr>
        <p:spPr>
          <a:xfrm>
            <a:off x="8174431" y="3158305"/>
            <a:ext cx="102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D23F65-3BAF-FAE6-B3A7-C19260BD121B}"/>
              </a:ext>
            </a:extLst>
          </p:cNvPr>
          <p:cNvCxnSpPr>
            <a:cxnSpLocks/>
          </p:cNvCxnSpPr>
          <p:nvPr/>
        </p:nvCxnSpPr>
        <p:spPr>
          <a:xfrm>
            <a:off x="8174431" y="3551497"/>
            <a:ext cx="10218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043C6FA-18DB-DFDC-8322-C48FC5FB3B5D}"/>
              </a:ext>
            </a:extLst>
          </p:cNvPr>
          <p:cNvSpPr/>
          <p:nvPr/>
        </p:nvSpPr>
        <p:spPr>
          <a:xfrm>
            <a:off x="5093208" y="2880360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63FFC5A-32FE-43C6-88CD-5BD25D95E5FF}"/>
              </a:ext>
            </a:extLst>
          </p:cNvPr>
          <p:cNvSpPr/>
          <p:nvPr/>
        </p:nvSpPr>
        <p:spPr>
          <a:xfrm>
            <a:off x="7514843" y="2898648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8AEE261-10FF-497C-EDCD-820CCCB6B4AF}"/>
              </a:ext>
            </a:extLst>
          </p:cNvPr>
          <p:cNvSpPr/>
          <p:nvPr/>
        </p:nvSpPr>
        <p:spPr>
          <a:xfrm>
            <a:off x="9607047" y="2880360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51DB12-4CC8-D994-E585-CC1FB9DEBCCD}"/>
              </a:ext>
            </a:extLst>
          </p:cNvPr>
          <p:cNvSpPr txBox="1"/>
          <p:nvPr/>
        </p:nvSpPr>
        <p:spPr>
          <a:xfrm>
            <a:off x="7925572" y="1965560"/>
            <a:ext cx="1586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vector</a:t>
            </a:r>
          </a:p>
        </p:txBody>
      </p:sp>
      <p:pic>
        <p:nvPicPr>
          <p:cNvPr id="26" name="Picture 4" descr="Deep Learning vs. Machine Learning. Let the Fight Begin!">
            <a:extLst>
              <a:ext uri="{FF2B5EF4-FFF2-40B4-BE49-F238E27FC236}">
                <a16:creationId xmlns:a16="http://schemas.microsoft.com/office/drawing/2014/main" id="{B78B6F08-CB29-33CE-E543-31BF994A3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32"/>
          <a:stretch/>
        </p:blipFill>
        <p:spPr bwMode="auto">
          <a:xfrm>
            <a:off x="2972054" y="4148836"/>
            <a:ext cx="8826500" cy="239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15AA7D2-E48F-A876-8FE8-DDC84167ACF2}"/>
              </a:ext>
            </a:extLst>
          </p:cNvPr>
          <p:cNvSpPr txBox="1"/>
          <p:nvPr/>
        </p:nvSpPr>
        <p:spPr>
          <a:xfrm>
            <a:off x="422910" y="2627650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8A17B7-348F-8D86-7719-FBD60252B8DA}"/>
              </a:ext>
            </a:extLst>
          </p:cNvPr>
          <p:cNvSpPr txBox="1"/>
          <p:nvPr/>
        </p:nvSpPr>
        <p:spPr>
          <a:xfrm>
            <a:off x="422910" y="5042843"/>
            <a:ext cx="6094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EEDADCC-4766-1F1C-072C-A098F8D59F6F}"/>
              </a:ext>
            </a:extLst>
          </p:cNvPr>
          <p:cNvSpPr/>
          <p:nvPr/>
        </p:nvSpPr>
        <p:spPr>
          <a:xfrm>
            <a:off x="5099304" y="5199888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9BD86AF4-9E12-9919-8E06-B9FDB04B2896}"/>
              </a:ext>
            </a:extLst>
          </p:cNvPr>
          <p:cNvSpPr/>
          <p:nvPr/>
        </p:nvSpPr>
        <p:spPr>
          <a:xfrm>
            <a:off x="9037071" y="5199888"/>
            <a:ext cx="502920" cy="39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5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53536-27D7-72C1-E26B-350E73A4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071AE6-14FC-6371-BAC6-E0A2AEF66DC7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Computer vision fields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A9376D-094A-A6BF-6968-3B14E635746B}"/>
              </a:ext>
            </a:extLst>
          </p:cNvPr>
          <p:cNvSpPr txBox="1"/>
          <p:nvPr/>
        </p:nvSpPr>
        <p:spPr>
          <a:xfrm>
            <a:off x="638882" y="4631161"/>
            <a:ext cx="3571810" cy="1559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Image Classification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Object detection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Image segmentation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bject Detection, Image Classification and Semantic Segmentation using ...">
            <a:extLst>
              <a:ext uri="{FF2B5EF4-FFF2-40B4-BE49-F238E27FC236}">
                <a16:creationId xmlns:a16="http://schemas.microsoft.com/office/drawing/2014/main" id="{B041810E-6A45-98F1-DD0B-4863140FA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38"/>
          <a:stretch/>
        </p:blipFill>
        <p:spPr bwMode="auto">
          <a:xfrm>
            <a:off x="4654296" y="1933566"/>
            <a:ext cx="7214616" cy="296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076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685494-BBEA-F630-F45E-6D489C9D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2BFE8A-F024-4A34-B10B-B93FFAE3272D}"/>
              </a:ext>
            </a:extLst>
          </p:cNvPr>
          <p:cNvSpPr txBox="1">
            <a:spLocks/>
          </p:cNvSpPr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Computer vision fields</a:t>
            </a:r>
          </a:p>
        </p:txBody>
      </p:sp>
      <p:sp>
        <p:nvSpPr>
          <p:cNvPr id="1024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90613-9B05-6A73-AC5E-CD78C8323551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Tracking</a:t>
            </a:r>
          </a:p>
        </p:txBody>
      </p:sp>
      <p:pic>
        <p:nvPicPr>
          <p:cNvPr id="10242" name="Picture 2" descr="Multiple object tracking with YOLOv3+central tracker - YouTube">
            <a:extLst>
              <a:ext uri="{FF2B5EF4-FFF2-40B4-BE49-F238E27FC236}">
                <a16:creationId xmlns:a16="http://schemas.microsoft.com/office/drawing/2014/main" id="{C30CA2BB-44FB-B42A-7687-22553D991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32" r="27933"/>
          <a:stretch/>
        </p:blipFill>
        <p:spPr bwMode="auto">
          <a:xfrm>
            <a:off x="6199015" y="640080"/>
            <a:ext cx="5259034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52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32352-08F7-65FF-0C36-AE850F90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7709D8C-0E1E-F460-55FD-CC4745EED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2ADD1F-AD8C-9091-61B2-C9C9EF7AB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B13FDDA-5EC5-84B2-0A5D-04017074E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3108152-1601-F1AF-D4B9-6135B448B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0864658-4E39-F6D2-1577-C03DF0B04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7908A0-3F36-6523-0879-2F0D8A0C7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515368-5672-A658-9600-EEB7CF6649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D5147419-EF59-67D7-FCE0-846D74D1934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fields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26DC4-8AEB-B238-4329-F3080B3F604C}"/>
              </a:ext>
            </a:extLst>
          </p:cNvPr>
          <p:cNvSpPr txBox="1"/>
          <p:nvPr/>
        </p:nvSpPr>
        <p:spPr>
          <a:xfrm>
            <a:off x="752850" y="1591055"/>
            <a:ext cx="6815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</a:t>
            </a:r>
          </a:p>
          <a:p>
            <a:pPr marL="514350" indent="-514350">
              <a:buFont typeface="+mj-lt"/>
              <a:buAutoNum type="arabicPeriod" startAt="4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GitHub - Team-Lucky2022/openpose_pytorch: [박세준, 길윤빈, 장지은, 정소현] Human ...">
            <a:extLst>
              <a:ext uri="{FF2B5EF4-FFF2-40B4-BE49-F238E27FC236}">
                <a16:creationId xmlns:a16="http://schemas.microsoft.com/office/drawing/2014/main" id="{001EAA97-58F1-DB3F-F89B-6B8FD7BFE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625" y="736923"/>
            <a:ext cx="4200525" cy="595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Face Recognition · datadocs">
            <a:extLst>
              <a:ext uri="{FF2B5EF4-FFF2-40B4-BE49-F238E27FC236}">
                <a16:creationId xmlns:a16="http://schemas.microsoft.com/office/drawing/2014/main" id="{610898C5-6FCB-6779-B9D1-962AAD75F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56" y="2709757"/>
            <a:ext cx="5646024" cy="296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16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13E7C-3182-F160-5BED-C73CE9F10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7" name="Rectangle 922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D5B6DE4-A841-6200-2ED1-B6CEF3C32DA9}"/>
              </a:ext>
            </a:extLst>
          </p:cNvPr>
          <p:cNvSpPr txBox="1">
            <a:spLocks/>
          </p:cNvSpPr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Computer vision fields</a:t>
            </a:r>
          </a:p>
        </p:txBody>
      </p:sp>
      <p:sp>
        <p:nvSpPr>
          <p:cNvPr id="922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DC6F2F-5CF5-6963-1B03-26F44203E392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Face Detection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Face recognition </a:t>
            </a:r>
          </a:p>
        </p:txBody>
      </p:sp>
      <p:pic>
        <p:nvPicPr>
          <p:cNvPr id="9222" name="Picture 6" descr="Alternatives and detailed information of Face Api.js - GitPlanet">
            <a:extLst>
              <a:ext uri="{FF2B5EF4-FFF2-40B4-BE49-F238E27FC236}">
                <a16:creationId xmlns:a16="http://schemas.microsoft.com/office/drawing/2014/main" id="{2A663042-B026-B3CE-60EA-3EE08BEF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613893"/>
            <a:ext cx="5458968" cy="363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222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02C14-A3EB-8279-75F9-7C701651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A235F46-449B-D0AA-80C7-CABAC79F6EF5}"/>
              </a:ext>
            </a:extLst>
          </p:cNvPr>
          <p:cNvSpPr txBox="1">
            <a:spLocks/>
          </p:cNvSpPr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Computer vision fields</a:t>
            </a:r>
          </a:p>
        </p:txBody>
      </p:sp>
      <p:sp>
        <p:nvSpPr>
          <p:cNvPr id="1127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D606A-F4D5-19B7-8D7A-6A8BC3B33A79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Optical Character Recognition </a:t>
            </a:r>
          </a:p>
        </p:txBody>
      </p:sp>
      <p:pic>
        <p:nvPicPr>
          <p:cNvPr id="11266" name="Picture 2" descr="Image Processing for OCR and Barcodes">
            <a:extLst>
              <a:ext uri="{FF2B5EF4-FFF2-40B4-BE49-F238E27FC236}">
                <a16:creationId xmlns:a16="http://schemas.microsoft.com/office/drawing/2014/main" id="{9830D845-5B28-3F5D-95F5-9A15AD47D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702601"/>
            <a:ext cx="5458968" cy="345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730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02C14-A3EB-8279-75F9-7C701651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630998A-20EC-CD61-8F2E-6DAC1BC3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E7E2062-05CC-9031-7A8B-AA70DB8D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71F49B8-500A-6925-AFD9-3EAC62265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45FFF1-9122-16E5-3C2E-52E2EA422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1D21655-B40D-2E76-54F1-593565623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62C200-CC26-FC5F-0D89-2BB7617DC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F59A4F2-C2E4-3105-D9B6-568044916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1A235F46-449B-D0AA-80C7-CABAC79F6EF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fields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D606A-F4D5-19B7-8D7A-6A8BC3B33A79}"/>
              </a:ext>
            </a:extLst>
          </p:cNvPr>
          <p:cNvSpPr txBox="1"/>
          <p:nvPr/>
        </p:nvSpPr>
        <p:spPr>
          <a:xfrm>
            <a:off x="697612" y="1511069"/>
            <a:ext cx="946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techniques in CV [Hugging Face 🤗,diffuser]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E7989-2910-8E0E-5A52-03382E38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05" y="2078853"/>
            <a:ext cx="6296430" cy="4734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F661DE-5B1B-5867-F7F8-03F2FD8A14A9}"/>
              </a:ext>
            </a:extLst>
          </p:cNvPr>
          <p:cNvSpPr txBox="1"/>
          <p:nvPr/>
        </p:nvSpPr>
        <p:spPr>
          <a:xfrm>
            <a:off x="8632328" y="5698748"/>
            <a:ext cx="2721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Models - Hugging Face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696DD-6BD2-DB7F-63C8-F03005920C81}"/>
              </a:ext>
            </a:extLst>
          </p:cNvPr>
          <p:cNvSpPr txBox="1"/>
          <p:nvPr/>
        </p:nvSpPr>
        <p:spPr>
          <a:xfrm>
            <a:off x="8632329" y="3523834"/>
            <a:ext cx="28346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4"/>
              </a:rPr>
              <a:t>huggingface</a:t>
            </a:r>
            <a:r>
              <a:rPr lang="en-US" dirty="0">
                <a:hlinkClick r:id="rId4"/>
              </a:rPr>
              <a:t>/diffusers: 🤗 Diffusers: State-of-the-art diffusion models for image and audio generation in </a:t>
            </a:r>
            <a:r>
              <a:rPr lang="en-US" dirty="0" err="1">
                <a:hlinkClick r:id="rId4"/>
              </a:rPr>
              <a:t>PyTorch</a:t>
            </a:r>
            <a:r>
              <a:rPr lang="en-US" dirty="0">
                <a:hlinkClick r:id="rId4"/>
              </a:rPr>
              <a:t> and FLAX. (github.com)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77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653A73-B4B2-9CC4-0A71-2EBF0F478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F754FBA-4F34-4DA5-D990-6957330B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B987841-B8F5-3317-D1A7-4D74A6816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332A170-8A59-F06F-FCEC-2B3E974C7E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DD90A0B-49BC-C858-F4AB-5F679CE99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58F3-2392-A0F6-8C06-20B0D3A81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41B108E-DCAE-6ABA-E8CF-F2F34F2B5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805D401B-8538-51E1-0C7A-90279ECE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r>
              <a:rPr lang="en-US" dirty="0"/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FA5217-0C93-708C-5822-F2CF959BE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Download from here: </a:t>
            </a:r>
            <a:r>
              <a:rPr lang="en-US" sz="18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3"/>
              </a:rPr>
              <a:t>https://www.anaconda.com/download</a:t>
            </a:r>
            <a:r>
              <a:rPr lang="en-US" sz="18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endParaRPr lang="en-US" sz="1800" u="sng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903682-27A8-7FA8-B48A-EA047A6B2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630" y="2420921"/>
            <a:ext cx="7287642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67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B75A0-94F5-0805-66DD-25D986F3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67EC5FA-0BD9-F9FC-9B6C-52F80C605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B376B2-6841-E1D3-0717-21622EFB3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F07C1C-F3C7-861A-D148-3F6102630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D3E235D-4838-FE37-B724-297E59409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55B8ABE-5DDB-3A48-BF74-8B6243A4C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91BC27B-B82F-9DFA-574A-6957687B6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EEB156B6-F92D-DB4D-ABB5-A14B40A356A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8897CAB-9659-DB7A-1F22-B231D7036B30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77468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" descr="OpenCV: An Excellent Tool for Computer Vision - opensourceforu">
            <a:extLst>
              <a:ext uri="{FF2B5EF4-FFF2-40B4-BE49-F238E27FC236}">
                <a16:creationId xmlns:a16="http://schemas.microsoft.com/office/drawing/2014/main" id="{BE06AB86-643F-86E8-1A04-F574BFD7E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656" y="12922"/>
            <a:ext cx="3967252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7F34E45-BC30-F3E1-D060-835ED64CF1C2}"/>
              </a:ext>
            </a:extLst>
          </p:cNvPr>
          <p:cNvSpPr txBox="1"/>
          <p:nvPr/>
        </p:nvSpPr>
        <p:spPr>
          <a:xfrm>
            <a:off x="838199" y="1878385"/>
            <a:ext cx="11353497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 (Open-Source Computer Vision Library) </a:t>
            </a:r>
            <a:r>
              <a:rPr lang="en-US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a library of programming functions mainly for real-time computer vision.</a:t>
            </a:r>
          </a:p>
          <a:p>
            <a:endParaRPr lang="en-US" sz="700" dirty="0">
              <a:solidFill>
                <a:srgbClr val="2021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Download from here: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hlinkClick r:id="rId3"/>
              </a:rPr>
              <a:t>https://pypi.org/project/opencv-python/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3EEE28-E769-B087-83D5-55FE4679A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383" y="3078714"/>
            <a:ext cx="5695074" cy="302937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B89CC9-75E3-9F1E-B538-E375D720B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55505"/>
            <a:ext cx="5763429" cy="108600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9AF7439-6443-7C0E-A133-A49686253560}"/>
              </a:ext>
            </a:extLst>
          </p:cNvPr>
          <p:cNvSpPr txBox="1"/>
          <p:nvPr/>
        </p:nvSpPr>
        <p:spPr>
          <a:xfrm>
            <a:off x="7063042" y="4916702"/>
            <a:ext cx="4549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none" strike="noStrike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 install </a:t>
            </a:r>
            <a:r>
              <a:rPr lang="en-US" sz="2800" b="1" u="none" strike="noStrike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800" b="1" u="none" strike="noStrike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-python</a:t>
            </a:r>
            <a:endParaRPr lang="en-US" sz="2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E34A08-F33C-840F-6DA7-2757683A8E2B}"/>
              </a:ext>
            </a:extLst>
          </p:cNvPr>
          <p:cNvSpPr txBox="1"/>
          <p:nvPr/>
        </p:nvSpPr>
        <p:spPr>
          <a:xfrm>
            <a:off x="3189277" y="6261976"/>
            <a:ext cx="6655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OpenCV - Open Computer Vision Library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62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A6309-A866-4462-A43C-C4401886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Simple OpenCV Example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C00E0-6873-4F6F-B511-3F6334710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import cv2</a:t>
            </a:r>
          </a:p>
          <a:p>
            <a:endParaRPr lang="en-US" sz="2200" dirty="0"/>
          </a:p>
          <a:p>
            <a:r>
              <a:rPr lang="en-US" sz="2200" dirty="0" err="1"/>
              <a:t>img</a:t>
            </a:r>
            <a:r>
              <a:rPr lang="en-US" sz="2200" dirty="0"/>
              <a:t> = cv2.imread("image.jpg")</a:t>
            </a:r>
          </a:p>
          <a:p>
            <a:r>
              <a:rPr lang="en-US" sz="2200" dirty="0"/>
              <a:t>gray = cv2.cvtColor(</a:t>
            </a:r>
            <a:r>
              <a:rPr lang="en-US" sz="2200" dirty="0" err="1"/>
              <a:t>img</a:t>
            </a:r>
            <a:r>
              <a:rPr lang="en-US" sz="2200" dirty="0"/>
              <a:t>, cv2.COLOR_BGR2GRAY)</a:t>
            </a:r>
          </a:p>
          <a:p>
            <a:endParaRPr lang="en-US" sz="2200" dirty="0"/>
          </a:p>
          <a:p>
            <a:r>
              <a:rPr lang="en-US" sz="2200" dirty="0"/>
              <a:t>cv2.imshow("Gray Image", gray)</a:t>
            </a:r>
          </a:p>
          <a:p>
            <a:r>
              <a:rPr lang="en-US" sz="2200" dirty="0"/>
              <a:t>cv2.waitKey(0)</a:t>
            </a:r>
          </a:p>
          <a:p>
            <a:r>
              <a:rPr lang="en-US" sz="2200" dirty="0"/>
              <a:t>cv2.destroyAllWindows()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530377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BC72E-B7DF-4075-8759-2CC160A12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OpenCV Applications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A8CD7E5-C79B-6095-00BC-437C89B00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762000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341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283</Words>
  <Application>Microsoft Office PowerPoint</Application>
  <PresentationFormat>Widescreen</PresentationFormat>
  <Paragraphs>59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Computer Vision   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Anaconda </vt:lpstr>
      <vt:lpstr>PowerPoint Presentation</vt:lpstr>
      <vt:lpstr>Simple OpenCV Example</vt:lpstr>
      <vt:lpstr>OpenCV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(CV)</dc:title>
  <dc:creator>hossam180099@fci.bu.edu.eg</dc:creator>
  <cp:lastModifiedBy>Ahmed Yousry</cp:lastModifiedBy>
  <cp:revision>42</cp:revision>
  <dcterms:created xsi:type="dcterms:W3CDTF">2024-02-18T11:35:13Z</dcterms:created>
  <dcterms:modified xsi:type="dcterms:W3CDTF">2026-02-11T22:02:18Z</dcterms:modified>
</cp:coreProperties>
</file>