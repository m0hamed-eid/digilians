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5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63988-6D3F-44BD-A2BC-CC1AAAF4693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4A9B85-C74F-4446-9FCC-BCF44DFA03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Start with empathy </a:t>
          </a:r>
          <a:r>
            <a:rPr lang="en-US" b="0" i="0" baseline="0" dirty="0"/>
            <a:t>–</a:t>
          </a:r>
          <a:r>
            <a:rPr lang="en-US" b="1" i="0" baseline="0" dirty="0"/>
            <a:t> </a:t>
          </a:r>
          <a:r>
            <a:rPr lang="en-US" b="0" i="0" baseline="0" dirty="0"/>
            <a:t>show you understand.</a:t>
          </a:r>
          <a:endParaRPr lang="en-US" dirty="0"/>
        </a:p>
      </dgm:t>
    </dgm:pt>
    <dgm:pt modelId="{15B84A8A-133D-496E-B3A9-007222E9E174}" type="parTrans" cxnId="{ED049B3C-BABD-4CCD-9D8E-B62EEBB71E9B}">
      <dgm:prSet/>
      <dgm:spPr/>
      <dgm:t>
        <a:bodyPr/>
        <a:lstStyle/>
        <a:p>
          <a:endParaRPr lang="en-US"/>
        </a:p>
      </dgm:t>
    </dgm:pt>
    <dgm:pt modelId="{F3B8EA07-E51E-4E54-8DC9-28D554E0B02E}" type="sibTrans" cxnId="{ED049B3C-BABD-4CCD-9D8E-B62EEBB71E9B}">
      <dgm:prSet/>
      <dgm:spPr/>
      <dgm:t>
        <a:bodyPr/>
        <a:lstStyle/>
        <a:p>
          <a:endParaRPr lang="en-US"/>
        </a:p>
      </dgm:t>
    </dgm:pt>
    <dgm:pt modelId="{82B47F02-1350-48BC-BA44-59607B47B7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Give a clear reason </a:t>
          </a:r>
          <a:r>
            <a:rPr lang="en-US" b="0" i="0" baseline="0"/>
            <a:t>– short and professional.</a:t>
          </a:r>
          <a:endParaRPr lang="en-US"/>
        </a:p>
      </dgm:t>
    </dgm:pt>
    <dgm:pt modelId="{F79D7DC8-0F87-4745-93F2-5DE3FB32AAE0}" type="parTrans" cxnId="{7CA238AB-E450-4694-9792-7CEF1E1C6241}">
      <dgm:prSet/>
      <dgm:spPr/>
      <dgm:t>
        <a:bodyPr/>
        <a:lstStyle/>
        <a:p>
          <a:endParaRPr lang="en-US"/>
        </a:p>
      </dgm:t>
    </dgm:pt>
    <dgm:pt modelId="{41C15246-8FCE-4486-AA4B-47C795FC881F}" type="sibTrans" cxnId="{7CA238AB-E450-4694-9792-7CEF1E1C6241}">
      <dgm:prSet/>
      <dgm:spPr/>
      <dgm:t>
        <a:bodyPr/>
        <a:lstStyle/>
        <a:p>
          <a:endParaRPr lang="en-US"/>
        </a:p>
      </dgm:t>
    </dgm:pt>
    <dgm:pt modelId="{49570083-3A91-44BB-A273-52834E8C31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Offer a solution </a:t>
          </a:r>
          <a:r>
            <a:rPr lang="en-US" b="0" i="0" baseline="0" dirty="0"/>
            <a:t>– include timelines or options.</a:t>
          </a:r>
          <a:endParaRPr lang="en-US" dirty="0"/>
        </a:p>
      </dgm:t>
    </dgm:pt>
    <dgm:pt modelId="{A28ED827-7A01-4F2C-BEA0-7AD6E04D68A2}" type="parTrans" cxnId="{847A4F3F-9F0B-4E38-A06E-493EC8156591}">
      <dgm:prSet/>
      <dgm:spPr/>
      <dgm:t>
        <a:bodyPr/>
        <a:lstStyle/>
        <a:p>
          <a:endParaRPr lang="en-US"/>
        </a:p>
      </dgm:t>
    </dgm:pt>
    <dgm:pt modelId="{2C5CBF76-CCF0-4874-A219-1846767D41B2}" type="sibTrans" cxnId="{847A4F3F-9F0B-4E38-A06E-493EC8156591}">
      <dgm:prSet/>
      <dgm:spPr/>
      <dgm:t>
        <a:bodyPr/>
        <a:lstStyle/>
        <a:p>
          <a:endParaRPr lang="en-US"/>
        </a:p>
      </dgm:t>
    </dgm:pt>
    <dgm:pt modelId="{43F636D8-E804-414F-B607-9A8F9743A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Keep tone calm and positive.</a:t>
          </a:r>
          <a:endParaRPr lang="en-US"/>
        </a:p>
      </dgm:t>
    </dgm:pt>
    <dgm:pt modelId="{B9A612ED-8D82-4299-B4FA-261F7B44BE04}" type="parTrans" cxnId="{86FE1247-10F2-484B-90BA-548B94D903E9}">
      <dgm:prSet/>
      <dgm:spPr/>
      <dgm:t>
        <a:bodyPr/>
        <a:lstStyle/>
        <a:p>
          <a:endParaRPr lang="en-US"/>
        </a:p>
      </dgm:t>
    </dgm:pt>
    <dgm:pt modelId="{786855A8-97E6-42BB-9633-9DEEA8602DA0}" type="sibTrans" cxnId="{86FE1247-10F2-484B-90BA-548B94D903E9}">
      <dgm:prSet/>
      <dgm:spPr/>
      <dgm:t>
        <a:bodyPr/>
        <a:lstStyle/>
        <a:p>
          <a:endParaRPr lang="en-US"/>
        </a:p>
      </dgm:t>
    </dgm:pt>
    <dgm:pt modelId="{D3E5A3B2-1A01-458A-85B5-36E7502BB0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Invite confirmation </a:t>
          </a:r>
          <a:r>
            <a:rPr lang="en-US" b="0" i="0" baseline="0"/>
            <a:t>– end by asking client to agree.</a:t>
          </a:r>
          <a:endParaRPr lang="en-US"/>
        </a:p>
      </dgm:t>
    </dgm:pt>
    <dgm:pt modelId="{9816BC2C-951F-4EFA-BEED-99BEC2AD0E27}" type="parTrans" cxnId="{1EBD6F72-0601-48E0-8EE1-B88F9113B619}">
      <dgm:prSet/>
      <dgm:spPr/>
      <dgm:t>
        <a:bodyPr/>
        <a:lstStyle/>
        <a:p>
          <a:endParaRPr lang="en-US"/>
        </a:p>
      </dgm:t>
    </dgm:pt>
    <dgm:pt modelId="{A2ACE9D5-C937-4574-AAA8-AC03A6BF4D19}" type="sibTrans" cxnId="{1EBD6F72-0601-48E0-8EE1-B88F9113B619}">
      <dgm:prSet/>
      <dgm:spPr/>
      <dgm:t>
        <a:bodyPr/>
        <a:lstStyle/>
        <a:p>
          <a:endParaRPr lang="en-US"/>
        </a:p>
      </dgm:t>
    </dgm:pt>
    <dgm:pt modelId="{FE5EC782-BC3B-4187-8C43-107D09E5E1DA}" type="pres">
      <dgm:prSet presAssocID="{CD463988-6D3F-44BD-A2BC-CC1AAAF4693B}" presName="root" presStyleCnt="0">
        <dgm:presLayoutVars>
          <dgm:dir/>
          <dgm:resizeHandles val="exact"/>
        </dgm:presLayoutVars>
      </dgm:prSet>
      <dgm:spPr/>
    </dgm:pt>
    <dgm:pt modelId="{1B896096-9540-422D-8D86-A14DAE483EAC}" type="pres">
      <dgm:prSet presAssocID="{054A9B85-C74F-4446-9FCC-BCF44DFA03EE}" presName="compNode" presStyleCnt="0"/>
      <dgm:spPr/>
    </dgm:pt>
    <dgm:pt modelId="{CF07201D-8701-433B-8705-28A8499EE998}" type="pres">
      <dgm:prSet presAssocID="{054A9B85-C74F-4446-9FCC-BCF44DFA03E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C9154BF2-9EFA-4794-B21F-FBB4AF486093}" type="pres">
      <dgm:prSet presAssocID="{054A9B85-C74F-4446-9FCC-BCF44DFA03EE}" presName="spaceRect" presStyleCnt="0"/>
      <dgm:spPr/>
    </dgm:pt>
    <dgm:pt modelId="{22CCE34E-4AD7-45BF-BDA1-19A0D2A51955}" type="pres">
      <dgm:prSet presAssocID="{054A9B85-C74F-4446-9FCC-BCF44DFA03EE}" presName="textRect" presStyleLbl="revTx" presStyleIdx="0" presStyleCnt="5">
        <dgm:presLayoutVars>
          <dgm:chMax val="1"/>
          <dgm:chPref val="1"/>
        </dgm:presLayoutVars>
      </dgm:prSet>
      <dgm:spPr/>
    </dgm:pt>
    <dgm:pt modelId="{AC39C611-17AF-4614-BAE4-B601C18B5628}" type="pres">
      <dgm:prSet presAssocID="{F3B8EA07-E51E-4E54-8DC9-28D554E0B02E}" presName="sibTrans" presStyleCnt="0"/>
      <dgm:spPr/>
    </dgm:pt>
    <dgm:pt modelId="{55C50519-25A5-4E2E-A20D-2D57135378E6}" type="pres">
      <dgm:prSet presAssocID="{82B47F02-1350-48BC-BA44-59607B47B708}" presName="compNode" presStyleCnt="0"/>
      <dgm:spPr/>
    </dgm:pt>
    <dgm:pt modelId="{0A63E42C-77E7-4295-AA6D-9ED4E0DA536B}" type="pres">
      <dgm:prSet presAssocID="{82B47F02-1350-48BC-BA44-59607B47B70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3F03731-14F3-43B0-AC09-6E7ED8170F8B}" type="pres">
      <dgm:prSet presAssocID="{82B47F02-1350-48BC-BA44-59607B47B708}" presName="spaceRect" presStyleCnt="0"/>
      <dgm:spPr/>
    </dgm:pt>
    <dgm:pt modelId="{8F5AC448-4534-486A-A3B6-C932F56A0689}" type="pres">
      <dgm:prSet presAssocID="{82B47F02-1350-48BC-BA44-59607B47B708}" presName="textRect" presStyleLbl="revTx" presStyleIdx="1" presStyleCnt="5">
        <dgm:presLayoutVars>
          <dgm:chMax val="1"/>
          <dgm:chPref val="1"/>
        </dgm:presLayoutVars>
      </dgm:prSet>
      <dgm:spPr/>
    </dgm:pt>
    <dgm:pt modelId="{0FDCD4EA-84E1-455B-B30D-61BBC1E15B52}" type="pres">
      <dgm:prSet presAssocID="{41C15246-8FCE-4486-AA4B-47C795FC881F}" presName="sibTrans" presStyleCnt="0"/>
      <dgm:spPr/>
    </dgm:pt>
    <dgm:pt modelId="{8868052D-CB66-4C5F-962C-66CD874E4E07}" type="pres">
      <dgm:prSet presAssocID="{49570083-3A91-44BB-A273-52834E8C3168}" presName="compNode" presStyleCnt="0"/>
      <dgm:spPr/>
    </dgm:pt>
    <dgm:pt modelId="{2E6553DC-FC48-4041-8B64-42CF4C5CE9D4}" type="pres">
      <dgm:prSet presAssocID="{49570083-3A91-44BB-A273-52834E8C316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5F73663-380A-44B9-B445-5B4CA37C5C94}" type="pres">
      <dgm:prSet presAssocID="{49570083-3A91-44BB-A273-52834E8C3168}" presName="spaceRect" presStyleCnt="0"/>
      <dgm:spPr/>
    </dgm:pt>
    <dgm:pt modelId="{B11A1706-2066-4CE0-9AE9-8EFDCE8AFAAD}" type="pres">
      <dgm:prSet presAssocID="{49570083-3A91-44BB-A273-52834E8C3168}" presName="textRect" presStyleLbl="revTx" presStyleIdx="2" presStyleCnt="5">
        <dgm:presLayoutVars>
          <dgm:chMax val="1"/>
          <dgm:chPref val="1"/>
        </dgm:presLayoutVars>
      </dgm:prSet>
      <dgm:spPr/>
    </dgm:pt>
    <dgm:pt modelId="{3B92B96D-714A-4770-846A-082980582120}" type="pres">
      <dgm:prSet presAssocID="{2C5CBF76-CCF0-4874-A219-1846767D41B2}" presName="sibTrans" presStyleCnt="0"/>
      <dgm:spPr/>
    </dgm:pt>
    <dgm:pt modelId="{C1C0532E-18A5-44D4-901B-D73A4CE34BA9}" type="pres">
      <dgm:prSet presAssocID="{43F636D8-E804-414F-B607-9A8F9743AA4F}" presName="compNode" presStyleCnt="0"/>
      <dgm:spPr/>
    </dgm:pt>
    <dgm:pt modelId="{9BB97A25-228F-4F2F-AA65-AD46FF85247A}" type="pres">
      <dgm:prSet presAssocID="{43F636D8-E804-414F-B607-9A8F9743AA4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124F853A-9D03-4A10-B118-E58033BEACA3}" type="pres">
      <dgm:prSet presAssocID="{43F636D8-E804-414F-B607-9A8F9743AA4F}" presName="spaceRect" presStyleCnt="0"/>
      <dgm:spPr/>
    </dgm:pt>
    <dgm:pt modelId="{94B53EA9-A3DE-47A9-B7F7-F0C785816AA6}" type="pres">
      <dgm:prSet presAssocID="{43F636D8-E804-414F-B607-9A8F9743AA4F}" presName="textRect" presStyleLbl="revTx" presStyleIdx="3" presStyleCnt="5">
        <dgm:presLayoutVars>
          <dgm:chMax val="1"/>
          <dgm:chPref val="1"/>
        </dgm:presLayoutVars>
      </dgm:prSet>
      <dgm:spPr/>
    </dgm:pt>
    <dgm:pt modelId="{D94886AE-180E-4F3F-9234-D69D11D23362}" type="pres">
      <dgm:prSet presAssocID="{786855A8-97E6-42BB-9633-9DEEA8602DA0}" presName="sibTrans" presStyleCnt="0"/>
      <dgm:spPr/>
    </dgm:pt>
    <dgm:pt modelId="{3A2177BB-69BE-49A8-A120-FEBB7E0E64A5}" type="pres">
      <dgm:prSet presAssocID="{D3E5A3B2-1A01-458A-85B5-36E7502BB0A6}" presName="compNode" presStyleCnt="0"/>
      <dgm:spPr/>
    </dgm:pt>
    <dgm:pt modelId="{ADD6F651-2C90-47A7-8555-97EE5306F59E}" type="pres">
      <dgm:prSet presAssocID="{D3E5A3B2-1A01-458A-85B5-36E7502BB0A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F963EA5-6AB3-4D92-BD5D-C2904591F620}" type="pres">
      <dgm:prSet presAssocID="{D3E5A3B2-1A01-458A-85B5-36E7502BB0A6}" presName="spaceRect" presStyleCnt="0"/>
      <dgm:spPr/>
    </dgm:pt>
    <dgm:pt modelId="{BF878AB9-37DD-4F54-ABE0-E1D43A6BFA06}" type="pres">
      <dgm:prSet presAssocID="{D3E5A3B2-1A01-458A-85B5-36E7502BB0A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C75E93A-A4AD-4370-8905-A2E4513FBF97}" type="presOf" srcId="{43F636D8-E804-414F-B607-9A8F9743AA4F}" destId="{94B53EA9-A3DE-47A9-B7F7-F0C785816AA6}" srcOrd="0" destOrd="0" presId="urn:microsoft.com/office/officeart/2018/2/layout/IconLabelList"/>
    <dgm:cxn modelId="{ED049B3C-BABD-4CCD-9D8E-B62EEBB71E9B}" srcId="{CD463988-6D3F-44BD-A2BC-CC1AAAF4693B}" destId="{054A9B85-C74F-4446-9FCC-BCF44DFA03EE}" srcOrd="0" destOrd="0" parTransId="{15B84A8A-133D-496E-B3A9-007222E9E174}" sibTransId="{F3B8EA07-E51E-4E54-8DC9-28D554E0B02E}"/>
    <dgm:cxn modelId="{847A4F3F-9F0B-4E38-A06E-493EC8156591}" srcId="{CD463988-6D3F-44BD-A2BC-CC1AAAF4693B}" destId="{49570083-3A91-44BB-A273-52834E8C3168}" srcOrd="2" destOrd="0" parTransId="{A28ED827-7A01-4F2C-BEA0-7AD6E04D68A2}" sibTransId="{2C5CBF76-CCF0-4874-A219-1846767D41B2}"/>
    <dgm:cxn modelId="{3FC2D343-D103-464A-AB0E-B387C67070EE}" type="presOf" srcId="{CD463988-6D3F-44BD-A2BC-CC1AAAF4693B}" destId="{FE5EC782-BC3B-4187-8C43-107D09E5E1DA}" srcOrd="0" destOrd="0" presId="urn:microsoft.com/office/officeart/2018/2/layout/IconLabelList"/>
    <dgm:cxn modelId="{86FE1247-10F2-484B-90BA-548B94D903E9}" srcId="{CD463988-6D3F-44BD-A2BC-CC1AAAF4693B}" destId="{43F636D8-E804-414F-B607-9A8F9743AA4F}" srcOrd="3" destOrd="0" parTransId="{B9A612ED-8D82-4299-B4FA-261F7B44BE04}" sibTransId="{786855A8-97E6-42BB-9633-9DEEA8602DA0}"/>
    <dgm:cxn modelId="{1EBD6F72-0601-48E0-8EE1-B88F9113B619}" srcId="{CD463988-6D3F-44BD-A2BC-CC1AAAF4693B}" destId="{D3E5A3B2-1A01-458A-85B5-36E7502BB0A6}" srcOrd="4" destOrd="0" parTransId="{9816BC2C-951F-4EFA-BEED-99BEC2AD0E27}" sibTransId="{A2ACE9D5-C937-4574-AAA8-AC03A6BF4D19}"/>
    <dgm:cxn modelId="{CFB43CA3-5DC8-4301-9D73-01A2C44F7634}" type="presOf" srcId="{054A9B85-C74F-4446-9FCC-BCF44DFA03EE}" destId="{22CCE34E-4AD7-45BF-BDA1-19A0D2A51955}" srcOrd="0" destOrd="0" presId="urn:microsoft.com/office/officeart/2018/2/layout/IconLabelList"/>
    <dgm:cxn modelId="{7CA238AB-E450-4694-9792-7CEF1E1C6241}" srcId="{CD463988-6D3F-44BD-A2BC-CC1AAAF4693B}" destId="{82B47F02-1350-48BC-BA44-59607B47B708}" srcOrd="1" destOrd="0" parTransId="{F79D7DC8-0F87-4745-93F2-5DE3FB32AAE0}" sibTransId="{41C15246-8FCE-4486-AA4B-47C795FC881F}"/>
    <dgm:cxn modelId="{76C3C1D4-C51E-4129-8559-CD8E3A17C09D}" type="presOf" srcId="{D3E5A3B2-1A01-458A-85B5-36E7502BB0A6}" destId="{BF878AB9-37DD-4F54-ABE0-E1D43A6BFA06}" srcOrd="0" destOrd="0" presId="urn:microsoft.com/office/officeart/2018/2/layout/IconLabelList"/>
    <dgm:cxn modelId="{BD1AFDEA-37CC-4BD3-B4A7-B07B5C88D225}" type="presOf" srcId="{82B47F02-1350-48BC-BA44-59607B47B708}" destId="{8F5AC448-4534-486A-A3B6-C932F56A0689}" srcOrd="0" destOrd="0" presId="urn:microsoft.com/office/officeart/2018/2/layout/IconLabelList"/>
    <dgm:cxn modelId="{A39705F1-E6A0-484F-AC63-5A42B1246CCF}" type="presOf" srcId="{49570083-3A91-44BB-A273-52834E8C3168}" destId="{B11A1706-2066-4CE0-9AE9-8EFDCE8AFAAD}" srcOrd="0" destOrd="0" presId="urn:microsoft.com/office/officeart/2018/2/layout/IconLabelList"/>
    <dgm:cxn modelId="{6FB4CADE-7D72-4034-8DB7-C188C45B5542}" type="presParOf" srcId="{FE5EC782-BC3B-4187-8C43-107D09E5E1DA}" destId="{1B896096-9540-422D-8D86-A14DAE483EAC}" srcOrd="0" destOrd="0" presId="urn:microsoft.com/office/officeart/2018/2/layout/IconLabelList"/>
    <dgm:cxn modelId="{C73EE45B-1FD8-4C7F-A393-974799548522}" type="presParOf" srcId="{1B896096-9540-422D-8D86-A14DAE483EAC}" destId="{CF07201D-8701-433B-8705-28A8499EE998}" srcOrd="0" destOrd="0" presId="urn:microsoft.com/office/officeart/2018/2/layout/IconLabelList"/>
    <dgm:cxn modelId="{D3427A79-A14A-4EF4-9456-E23FA56034FE}" type="presParOf" srcId="{1B896096-9540-422D-8D86-A14DAE483EAC}" destId="{C9154BF2-9EFA-4794-B21F-FBB4AF486093}" srcOrd="1" destOrd="0" presId="urn:microsoft.com/office/officeart/2018/2/layout/IconLabelList"/>
    <dgm:cxn modelId="{0FE66978-C28A-40E9-9571-D64FFFFBB799}" type="presParOf" srcId="{1B896096-9540-422D-8D86-A14DAE483EAC}" destId="{22CCE34E-4AD7-45BF-BDA1-19A0D2A51955}" srcOrd="2" destOrd="0" presId="urn:microsoft.com/office/officeart/2018/2/layout/IconLabelList"/>
    <dgm:cxn modelId="{C98E225B-3316-4D87-B5BC-E7090C6A30F3}" type="presParOf" srcId="{FE5EC782-BC3B-4187-8C43-107D09E5E1DA}" destId="{AC39C611-17AF-4614-BAE4-B601C18B5628}" srcOrd="1" destOrd="0" presId="urn:microsoft.com/office/officeart/2018/2/layout/IconLabelList"/>
    <dgm:cxn modelId="{A402E142-5046-4C91-BAD1-F2D4C174E3F9}" type="presParOf" srcId="{FE5EC782-BC3B-4187-8C43-107D09E5E1DA}" destId="{55C50519-25A5-4E2E-A20D-2D57135378E6}" srcOrd="2" destOrd="0" presId="urn:microsoft.com/office/officeart/2018/2/layout/IconLabelList"/>
    <dgm:cxn modelId="{4102C7E5-A790-48A4-AE6C-337D02DEC715}" type="presParOf" srcId="{55C50519-25A5-4E2E-A20D-2D57135378E6}" destId="{0A63E42C-77E7-4295-AA6D-9ED4E0DA536B}" srcOrd="0" destOrd="0" presId="urn:microsoft.com/office/officeart/2018/2/layout/IconLabelList"/>
    <dgm:cxn modelId="{E9DCCC42-02A4-40AF-9344-CD1813389250}" type="presParOf" srcId="{55C50519-25A5-4E2E-A20D-2D57135378E6}" destId="{E3F03731-14F3-43B0-AC09-6E7ED8170F8B}" srcOrd="1" destOrd="0" presId="urn:microsoft.com/office/officeart/2018/2/layout/IconLabelList"/>
    <dgm:cxn modelId="{9F3CB202-197E-4930-A741-DFA4616C9720}" type="presParOf" srcId="{55C50519-25A5-4E2E-A20D-2D57135378E6}" destId="{8F5AC448-4534-486A-A3B6-C932F56A0689}" srcOrd="2" destOrd="0" presId="urn:microsoft.com/office/officeart/2018/2/layout/IconLabelList"/>
    <dgm:cxn modelId="{C0186FE7-780A-4E64-8E60-5175EA07D66A}" type="presParOf" srcId="{FE5EC782-BC3B-4187-8C43-107D09E5E1DA}" destId="{0FDCD4EA-84E1-455B-B30D-61BBC1E15B52}" srcOrd="3" destOrd="0" presId="urn:microsoft.com/office/officeart/2018/2/layout/IconLabelList"/>
    <dgm:cxn modelId="{0DD4CE71-5F8F-4666-942D-9F6F27185FDB}" type="presParOf" srcId="{FE5EC782-BC3B-4187-8C43-107D09E5E1DA}" destId="{8868052D-CB66-4C5F-962C-66CD874E4E07}" srcOrd="4" destOrd="0" presId="urn:microsoft.com/office/officeart/2018/2/layout/IconLabelList"/>
    <dgm:cxn modelId="{E5519346-772D-4D3A-8755-ADFA8CBA4EAA}" type="presParOf" srcId="{8868052D-CB66-4C5F-962C-66CD874E4E07}" destId="{2E6553DC-FC48-4041-8B64-42CF4C5CE9D4}" srcOrd="0" destOrd="0" presId="urn:microsoft.com/office/officeart/2018/2/layout/IconLabelList"/>
    <dgm:cxn modelId="{6B826E3F-E322-4370-AC67-05A36B8F2F4D}" type="presParOf" srcId="{8868052D-CB66-4C5F-962C-66CD874E4E07}" destId="{E5F73663-380A-44B9-B445-5B4CA37C5C94}" srcOrd="1" destOrd="0" presId="urn:microsoft.com/office/officeart/2018/2/layout/IconLabelList"/>
    <dgm:cxn modelId="{25345814-95DA-4F15-880F-9D97A167F654}" type="presParOf" srcId="{8868052D-CB66-4C5F-962C-66CD874E4E07}" destId="{B11A1706-2066-4CE0-9AE9-8EFDCE8AFAAD}" srcOrd="2" destOrd="0" presId="urn:microsoft.com/office/officeart/2018/2/layout/IconLabelList"/>
    <dgm:cxn modelId="{50D1EFA9-5214-45CB-8E75-04482788C62E}" type="presParOf" srcId="{FE5EC782-BC3B-4187-8C43-107D09E5E1DA}" destId="{3B92B96D-714A-4770-846A-082980582120}" srcOrd="5" destOrd="0" presId="urn:microsoft.com/office/officeart/2018/2/layout/IconLabelList"/>
    <dgm:cxn modelId="{5EB07E44-7F04-4EFF-B715-6E8CFD7F6DE0}" type="presParOf" srcId="{FE5EC782-BC3B-4187-8C43-107D09E5E1DA}" destId="{C1C0532E-18A5-44D4-901B-D73A4CE34BA9}" srcOrd="6" destOrd="0" presId="urn:microsoft.com/office/officeart/2018/2/layout/IconLabelList"/>
    <dgm:cxn modelId="{56A44C5A-51F0-49DB-8A90-C4CAA60E826A}" type="presParOf" srcId="{C1C0532E-18A5-44D4-901B-D73A4CE34BA9}" destId="{9BB97A25-228F-4F2F-AA65-AD46FF85247A}" srcOrd="0" destOrd="0" presId="urn:microsoft.com/office/officeart/2018/2/layout/IconLabelList"/>
    <dgm:cxn modelId="{E48DD1D6-5C9B-4F89-9281-D6FDAB9467AD}" type="presParOf" srcId="{C1C0532E-18A5-44D4-901B-D73A4CE34BA9}" destId="{124F853A-9D03-4A10-B118-E58033BEACA3}" srcOrd="1" destOrd="0" presId="urn:microsoft.com/office/officeart/2018/2/layout/IconLabelList"/>
    <dgm:cxn modelId="{CECF47EE-DE7A-4FD3-AEB9-0A3A7C6DB2DC}" type="presParOf" srcId="{C1C0532E-18A5-44D4-901B-D73A4CE34BA9}" destId="{94B53EA9-A3DE-47A9-B7F7-F0C785816AA6}" srcOrd="2" destOrd="0" presId="urn:microsoft.com/office/officeart/2018/2/layout/IconLabelList"/>
    <dgm:cxn modelId="{14AA0C08-57DF-4F07-A7D7-374419E80370}" type="presParOf" srcId="{FE5EC782-BC3B-4187-8C43-107D09E5E1DA}" destId="{D94886AE-180E-4F3F-9234-D69D11D23362}" srcOrd="7" destOrd="0" presId="urn:microsoft.com/office/officeart/2018/2/layout/IconLabelList"/>
    <dgm:cxn modelId="{FF5E13AF-A5B4-445B-96B4-74182DCAC87C}" type="presParOf" srcId="{FE5EC782-BC3B-4187-8C43-107D09E5E1DA}" destId="{3A2177BB-69BE-49A8-A120-FEBB7E0E64A5}" srcOrd="8" destOrd="0" presId="urn:microsoft.com/office/officeart/2018/2/layout/IconLabelList"/>
    <dgm:cxn modelId="{2CD3A54E-77CE-49DE-876C-9A4DDCCE7200}" type="presParOf" srcId="{3A2177BB-69BE-49A8-A120-FEBB7E0E64A5}" destId="{ADD6F651-2C90-47A7-8555-97EE5306F59E}" srcOrd="0" destOrd="0" presId="urn:microsoft.com/office/officeart/2018/2/layout/IconLabelList"/>
    <dgm:cxn modelId="{4D026921-69DD-449A-ABFE-E98BD9C6AC4C}" type="presParOf" srcId="{3A2177BB-69BE-49A8-A120-FEBB7E0E64A5}" destId="{8F963EA5-6AB3-4D92-BD5D-C2904591F620}" srcOrd="1" destOrd="0" presId="urn:microsoft.com/office/officeart/2018/2/layout/IconLabelList"/>
    <dgm:cxn modelId="{32882866-237E-462C-9F05-8CF57528AD5A}" type="presParOf" srcId="{3A2177BB-69BE-49A8-A120-FEBB7E0E64A5}" destId="{BF878AB9-37DD-4F54-ABE0-E1D43A6BFA0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7201D-8701-433B-8705-28A8499EE998}">
      <dsp:nvSpPr>
        <dsp:cNvPr id="0" name=""/>
        <dsp:cNvSpPr/>
      </dsp:nvSpPr>
      <dsp:spPr>
        <a:xfrm>
          <a:off x="442845" y="515541"/>
          <a:ext cx="721406" cy="721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CE34E-4AD7-45BF-BDA1-19A0D2A51955}">
      <dsp:nvSpPr>
        <dsp:cNvPr id="0" name=""/>
        <dsp:cNvSpPr/>
      </dsp:nvSpPr>
      <dsp:spPr>
        <a:xfrm>
          <a:off x="1985" y="1477422"/>
          <a:ext cx="1603125" cy="64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 dirty="0"/>
            <a:t>Start with empathy </a:t>
          </a:r>
          <a:r>
            <a:rPr lang="en-US" sz="1300" b="0" i="0" kern="1200" baseline="0" dirty="0"/>
            <a:t>–</a:t>
          </a:r>
          <a:r>
            <a:rPr lang="en-US" sz="1300" b="1" i="0" kern="1200" baseline="0" dirty="0"/>
            <a:t> </a:t>
          </a:r>
          <a:r>
            <a:rPr lang="en-US" sz="1300" b="0" i="0" kern="1200" baseline="0" dirty="0"/>
            <a:t>show you understand.</a:t>
          </a:r>
          <a:endParaRPr lang="en-US" sz="1300" kern="1200" dirty="0"/>
        </a:p>
      </dsp:txBody>
      <dsp:txXfrm>
        <a:off x="1985" y="1477422"/>
        <a:ext cx="1603125" cy="641250"/>
      </dsp:txXfrm>
    </dsp:sp>
    <dsp:sp modelId="{0A63E42C-77E7-4295-AA6D-9ED4E0DA536B}">
      <dsp:nvSpPr>
        <dsp:cNvPr id="0" name=""/>
        <dsp:cNvSpPr/>
      </dsp:nvSpPr>
      <dsp:spPr>
        <a:xfrm>
          <a:off x="2326517" y="515541"/>
          <a:ext cx="721406" cy="721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AC448-4534-486A-A3B6-C932F56A0689}">
      <dsp:nvSpPr>
        <dsp:cNvPr id="0" name=""/>
        <dsp:cNvSpPr/>
      </dsp:nvSpPr>
      <dsp:spPr>
        <a:xfrm>
          <a:off x="1885657" y="1477422"/>
          <a:ext cx="1603125" cy="64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Give a clear reason </a:t>
          </a:r>
          <a:r>
            <a:rPr lang="en-US" sz="1300" b="0" i="0" kern="1200" baseline="0"/>
            <a:t>– short and professional.</a:t>
          </a:r>
          <a:endParaRPr lang="en-US" sz="1300" kern="1200"/>
        </a:p>
      </dsp:txBody>
      <dsp:txXfrm>
        <a:off x="1885657" y="1477422"/>
        <a:ext cx="1603125" cy="641250"/>
      </dsp:txXfrm>
    </dsp:sp>
    <dsp:sp modelId="{2E6553DC-FC48-4041-8B64-42CF4C5CE9D4}">
      <dsp:nvSpPr>
        <dsp:cNvPr id="0" name=""/>
        <dsp:cNvSpPr/>
      </dsp:nvSpPr>
      <dsp:spPr>
        <a:xfrm>
          <a:off x="4210188" y="515541"/>
          <a:ext cx="721406" cy="721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A1706-2066-4CE0-9AE9-8EFDCE8AFAAD}">
      <dsp:nvSpPr>
        <dsp:cNvPr id="0" name=""/>
        <dsp:cNvSpPr/>
      </dsp:nvSpPr>
      <dsp:spPr>
        <a:xfrm>
          <a:off x="3769329" y="1477422"/>
          <a:ext cx="1603125" cy="64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 dirty="0"/>
            <a:t>Offer a solution </a:t>
          </a:r>
          <a:r>
            <a:rPr lang="en-US" sz="1300" b="0" i="0" kern="1200" baseline="0" dirty="0"/>
            <a:t>– include timelines or options.</a:t>
          </a:r>
          <a:endParaRPr lang="en-US" sz="1300" kern="1200" dirty="0"/>
        </a:p>
      </dsp:txBody>
      <dsp:txXfrm>
        <a:off x="3769329" y="1477422"/>
        <a:ext cx="1603125" cy="641250"/>
      </dsp:txXfrm>
    </dsp:sp>
    <dsp:sp modelId="{9BB97A25-228F-4F2F-AA65-AD46FF85247A}">
      <dsp:nvSpPr>
        <dsp:cNvPr id="0" name=""/>
        <dsp:cNvSpPr/>
      </dsp:nvSpPr>
      <dsp:spPr>
        <a:xfrm>
          <a:off x="6093860" y="515541"/>
          <a:ext cx="721406" cy="721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53EA9-A3DE-47A9-B7F7-F0C785816AA6}">
      <dsp:nvSpPr>
        <dsp:cNvPr id="0" name=""/>
        <dsp:cNvSpPr/>
      </dsp:nvSpPr>
      <dsp:spPr>
        <a:xfrm>
          <a:off x="5653001" y="1477422"/>
          <a:ext cx="1603125" cy="64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Keep tone calm and positive.</a:t>
          </a:r>
          <a:endParaRPr lang="en-US" sz="1300" kern="1200"/>
        </a:p>
      </dsp:txBody>
      <dsp:txXfrm>
        <a:off x="5653001" y="1477422"/>
        <a:ext cx="1603125" cy="641250"/>
      </dsp:txXfrm>
    </dsp:sp>
    <dsp:sp modelId="{ADD6F651-2C90-47A7-8555-97EE5306F59E}">
      <dsp:nvSpPr>
        <dsp:cNvPr id="0" name=""/>
        <dsp:cNvSpPr/>
      </dsp:nvSpPr>
      <dsp:spPr>
        <a:xfrm>
          <a:off x="7977532" y="515541"/>
          <a:ext cx="721406" cy="7214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78AB9-37DD-4F54-ABE0-E1D43A6BFA06}">
      <dsp:nvSpPr>
        <dsp:cNvPr id="0" name=""/>
        <dsp:cNvSpPr/>
      </dsp:nvSpPr>
      <dsp:spPr>
        <a:xfrm>
          <a:off x="7536673" y="1477422"/>
          <a:ext cx="1603125" cy="64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Invite confirmation </a:t>
          </a:r>
          <a:r>
            <a:rPr lang="en-US" sz="1300" b="0" i="0" kern="1200" baseline="0"/>
            <a:t>– end by asking client to agree.</a:t>
          </a:r>
          <a:endParaRPr lang="en-US" sz="1300" kern="1200"/>
        </a:p>
      </dsp:txBody>
      <dsp:txXfrm>
        <a:off x="7536673" y="1477422"/>
        <a:ext cx="1603125" cy="64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5AA62-EB7B-45A5-9630-FE2337800E4D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0E442-8361-43A7-9831-F8EFE4942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0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0A22-643F-3BA8-1A8A-5F97BCF5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09FF1-FCD7-E462-A0DA-BD9B9F201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2F5E-6620-405E-40C9-5EA6B59B5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This will be their assignment.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7198-C440-146D-A0F0-9AE571111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BE02D-20C0-F840-AFAC-BEA99C74FD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Light" charset="0"/>
                <a:ea typeface="+mn-ea"/>
                <a:cs typeface="Arial"/>
                <a:sym typeface="Arial"/>
              </a:rPr>
              <a:pPr marL="0" marR="0" lvl="0" indent="0" algn="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Light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500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68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55614" y="892242"/>
            <a:ext cx="12503230" cy="610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1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92242"/>
            <a:ext cx="6646370" cy="5965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2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92242"/>
            <a:ext cx="12192000" cy="34275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3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BA16FEFD-A5CB-3F42-878B-2DA6A9E4AD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49543" y="1876196"/>
            <a:ext cx="2321774" cy="23211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28543" y="1876196"/>
            <a:ext cx="2321774" cy="23211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4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i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61B91CC-F2B9-9648-B6CD-0FA20151B7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55614" y="892242"/>
            <a:ext cx="12503230" cy="4185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BA16FEFD-A5CB-3F42-878B-2DA6A9E4AD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4726" y="2288928"/>
            <a:ext cx="4180942" cy="5545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4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pPr/>
              <a:t>06-May-26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3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FontTx/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3.jpe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2.png"/><Relationship Id="rId9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F467-1FE2-DBE6-E077-F03EED3D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1CDB838-D528-0522-5A88-0589A617B209}"/>
              </a:ext>
            </a:extLst>
          </p:cNvPr>
          <p:cNvSpPr txBox="1"/>
          <p:nvPr/>
        </p:nvSpPr>
        <p:spPr>
          <a:xfrm flipH="1">
            <a:off x="220451" y="1537826"/>
            <a:ext cx="745084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64556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  <a:sym typeface="Arial"/>
              </a:rPr>
              <a:t>Write a 150-word response to a client delay issue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5A487E-FF1C-05D9-2217-7589B5A73D5B}"/>
              </a:ext>
            </a:extLst>
          </p:cNvPr>
          <p:cNvGrpSpPr/>
          <p:nvPr/>
        </p:nvGrpSpPr>
        <p:grpSpPr>
          <a:xfrm>
            <a:off x="4937350" y="6184724"/>
            <a:ext cx="2409634" cy="633483"/>
            <a:chOff x="9871524" y="12161627"/>
            <a:chExt cx="4819267" cy="126696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4AA8D9-B50C-36D7-2C9F-2C490844791B}"/>
                </a:ext>
              </a:extLst>
            </p:cNvPr>
            <p:cNvSpPr txBox="1"/>
            <p:nvPr/>
          </p:nvSpPr>
          <p:spPr>
            <a:xfrm>
              <a:off x="9871524" y="12997705"/>
              <a:ext cx="4819267" cy="430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800" b="1" i="0" u="none" strike="noStrike" kern="1200" cap="none" spc="15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Arial"/>
                </a:rPr>
                <a:t>OPENING THE WORLD SINCE 1878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5B161B6-40C9-60F2-D2A8-67675BABE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8625" y="12161627"/>
              <a:ext cx="3200400" cy="713112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C0EE5B5-8434-8B70-A651-8E95A7284F00}"/>
              </a:ext>
            </a:extLst>
          </p:cNvPr>
          <p:cNvSpPr/>
          <p:nvPr/>
        </p:nvSpPr>
        <p:spPr>
          <a:xfrm>
            <a:off x="-428" y="-1644"/>
            <a:ext cx="12190841" cy="113385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3A1D40A-632B-AD1F-0447-7AAFDF13B34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895" y="10355"/>
            <a:ext cx="2257096" cy="1121859"/>
          </a:xfrm>
          <a:prstGeom prst="rect">
            <a:avLst/>
          </a:prstGeom>
        </p:spPr>
      </p:pic>
      <p:pic>
        <p:nvPicPr>
          <p:cNvPr id="9" name="Picture 8" descr="A blue hexagon with a keyhole and a shield&#10;&#10;AI-generated content may be incorrect.">
            <a:extLst>
              <a:ext uri="{FF2B5EF4-FFF2-40B4-BE49-F238E27FC236}">
                <a16:creationId xmlns:a16="http://schemas.microsoft.com/office/drawing/2014/main" id="{18C50D19-150E-BFAB-89E9-0246D1E408C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6" t="14641" r="21475" b="14247"/>
          <a:stretch>
            <a:fillRect/>
          </a:stretch>
        </p:blipFill>
        <p:spPr>
          <a:xfrm>
            <a:off x="71194" y="0"/>
            <a:ext cx="895159" cy="11115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022A2A-F4A3-A5DE-AD11-402ACF8F6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6083810"/>
            <a:ext cx="2176670" cy="457470"/>
          </a:xfrm>
          <a:prstGeom prst="rect">
            <a:avLst/>
          </a:prstGeom>
        </p:spPr>
      </p:pic>
      <p:pic>
        <p:nvPicPr>
          <p:cNvPr id="6" name="Graphic 5" descr="Open envelope with solid fill">
            <a:extLst>
              <a:ext uri="{FF2B5EF4-FFF2-40B4-BE49-F238E27FC236}">
                <a16:creationId xmlns:a16="http://schemas.microsoft.com/office/drawing/2014/main" id="{D23B87EA-8D80-9966-2F8F-AA59E295D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2246" y="1424800"/>
            <a:ext cx="574691" cy="574691"/>
          </a:xfrm>
          <a:prstGeom prst="rect">
            <a:avLst/>
          </a:prstGeom>
        </p:spPr>
      </p:pic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AF5FAC45-8948-6325-2424-07F1C4128063}"/>
              </a:ext>
            </a:extLst>
          </p:cNvPr>
          <p:cNvGraphicFramePr/>
          <p:nvPr/>
        </p:nvGraphicFramePr>
        <p:xfrm>
          <a:off x="1379604" y="2582319"/>
          <a:ext cx="9141784" cy="2634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9993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1_Office Theme">
  <a:themeElements>
    <a:clrScheme name="Berlitz Theme">
      <a:dk1>
        <a:srgbClr val="999999"/>
      </a:dk1>
      <a:lt1>
        <a:srgbClr val="FFFFFF"/>
      </a:lt1>
      <a:dk2>
        <a:srgbClr val="364556"/>
      </a:dk2>
      <a:lt2>
        <a:srgbClr val="FFFFFF"/>
      </a:lt2>
      <a:accent1>
        <a:srgbClr val="004FEF"/>
      </a:accent1>
      <a:accent2>
        <a:srgbClr val="FF465C"/>
      </a:accent2>
      <a:accent3>
        <a:srgbClr val="3DDC96"/>
      </a:accent3>
      <a:accent4>
        <a:srgbClr val="643BA2"/>
      </a:accent4>
      <a:accent5>
        <a:srgbClr val="404040"/>
      </a:accent5>
      <a:accent6>
        <a:srgbClr val="23245F"/>
      </a:accent6>
      <a:hlink>
        <a:srgbClr val="004FEF"/>
      </a:hlink>
      <a:folHlink>
        <a:srgbClr val="FF465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Lato</vt:lpstr>
      <vt:lpstr>Montserrat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Nesma ElHadedy</dc:creator>
  <cp:lastModifiedBy>Nesma ElHadedy</cp:lastModifiedBy>
  <cp:revision>1</cp:revision>
  <dcterms:created xsi:type="dcterms:W3CDTF">2026-05-06T17:42:23Z</dcterms:created>
  <dcterms:modified xsi:type="dcterms:W3CDTF">2026-05-06T17:42:42Z</dcterms:modified>
</cp:coreProperties>
</file>